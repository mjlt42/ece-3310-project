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704" r:id="rId5"/>
    <p:sldMasterId id="2147483705"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y="5143500" cx="9144000"/>
  <p:notesSz cx="6858000" cy="9144000"/>
  <p:embeddedFontLst>
    <p:embeddedFont>
      <p:font typeface="Inter"/>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A8C10397-457F-47EF-AEB1-2097D756C704}">
  <a:tblStyle styleId="{A8C10397-457F-47EF-AEB1-2097D756C704}"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font" Target="fonts/Inter-regular.fntdata"/><Relationship Id="rId25" Type="http://schemas.openxmlformats.org/officeDocument/2006/relationships/slide" Target="slides/slide18.xml"/><Relationship Id="rId28" Type="http://schemas.openxmlformats.org/officeDocument/2006/relationships/font" Target="fonts/Inter-italic.fntdata"/><Relationship Id="rId27" Type="http://schemas.openxmlformats.org/officeDocument/2006/relationships/font" Target="fonts/Inter-bold.fntdata"/><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font" Target="fonts/Inter-boldItalic.fntdata"/><Relationship Id="rId7" Type="http://schemas.openxmlformats.org/officeDocument/2006/relationships/notesMaster" Target="notesMasters/notesMaster1.xml"/><Relationship Id="rId8" Type="http://schemas.openxmlformats.org/officeDocument/2006/relationships/slide" Target="slides/slide1.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2" name="Shape 402"/>
        <p:cNvGrpSpPr/>
        <p:nvPr/>
      </p:nvGrpSpPr>
      <p:grpSpPr>
        <a:xfrm>
          <a:off x="0" y="0"/>
          <a:ext cx="0" cy="0"/>
          <a:chOff x="0" y="0"/>
          <a:chExt cx="0" cy="0"/>
        </a:xfrm>
      </p:grpSpPr>
      <p:sp>
        <p:nvSpPr>
          <p:cNvPr id="403" name="Google Shape;403;g3dc19430b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4" name="Google Shape;404;g3dc19430b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dd8fb18ac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dd8fb18ac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Fred</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g3dd8fb18ac8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2" name="Google Shape;422;g3dd8fb18ac8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Fred</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9" name="Shape 429"/>
        <p:cNvGrpSpPr/>
        <p:nvPr/>
      </p:nvGrpSpPr>
      <p:grpSpPr>
        <a:xfrm>
          <a:off x="0" y="0"/>
          <a:ext cx="0" cy="0"/>
          <a:chOff x="0" y="0"/>
          <a:chExt cx="0" cy="0"/>
        </a:xfrm>
      </p:grpSpPr>
      <p:sp>
        <p:nvSpPr>
          <p:cNvPr id="430" name="Google Shape;430;g3dd8fb18ac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1" name="Google Shape;431;g3dd8fb18ac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Fred</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dd8874ab5b_0_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dd8874ab5b_0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Matt</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g3dd8874ab5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8" name="Google Shape;448;g3dd8874ab5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Matt</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g3dc19430ba4_0_3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7" name="Google Shape;457;g3dc19430ba4_0_3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Osvaldo</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g3dd9aafdfd8_2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4" name="Google Shape;464;g3dd9aafdfd8_2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Osvaldo</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dd9aafdfd8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dd9aafdfd8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Osvaldo</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dd8874ab5b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dd8874ab5b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3dd8874ab5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3dd8874ab5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Matt</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3dd8874ab5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3dd8874ab5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5" name="Shape 505"/>
        <p:cNvGrpSpPr/>
        <p:nvPr/>
      </p:nvGrpSpPr>
      <p:grpSpPr>
        <a:xfrm>
          <a:off x="0" y="0"/>
          <a:ext cx="0" cy="0"/>
          <a:chOff x="0" y="0"/>
          <a:chExt cx="0" cy="0"/>
        </a:xfrm>
      </p:grpSpPr>
      <p:sp>
        <p:nvSpPr>
          <p:cNvPr id="506" name="Google Shape;506;g3dd8874ab5b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7" name="Google Shape;507;g3dd8874ab5b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Matt</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2" name="Shape 512"/>
        <p:cNvGrpSpPr/>
        <p:nvPr/>
      </p:nvGrpSpPr>
      <p:grpSpPr>
        <a:xfrm>
          <a:off x="0" y="0"/>
          <a:ext cx="0" cy="0"/>
          <a:chOff x="0" y="0"/>
          <a:chExt cx="0" cy="0"/>
        </a:xfrm>
      </p:grpSpPr>
      <p:sp>
        <p:nvSpPr>
          <p:cNvPr id="513" name="Google Shape;513;g3dd8fb18ac8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4" name="Google Shape;514;g3dd8fb18ac8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Fred</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g3dd8874ab5b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g3dd8874ab5b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Osvaldo</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dd8874ab5b_0_1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dd8874ab5b_0_1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Osvaldo</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3" name="Shape 543"/>
        <p:cNvGrpSpPr/>
        <p:nvPr/>
      </p:nvGrpSpPr>
      <p:grpSpPr>
        <a:xfrm>
          <a:off x="0" y="0"/>
          <a:ext cx="0" cy="0"/>
          <a:chOff x="0" y="0"/>
          <a:chExt cx="0" cy="0"/>
        </a:xfrm>
      </p:grpSpPr>
      <p:sp>
        <p:nvSpPr>
          <p:cNvPr id="544" name="Google Shape;544;g3dd8874ab5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5" name="Google Shape;545;g3dd8874ab5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3dd8874ab5b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3dd8874ab5b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 Alt 1">
  <p:cSld name="BLANK_1_1">
    <p:spTree>
      <p:nvGrpSpPr>
        <p:cNvPr id="58" name="Shape 58"/>
        <p:cNvGrpSpPr/>
        <p:nvPr/>
      </p:nvGrpSpPr>
      <p:grpSpPr>
        <a:xfrm>
          <a:off x="0" y="0"/>
          <a:ext cx="0" cy="0"/>
          <a:chOff x="0" y="0"/>
          <a:chExt cx="0" cy="0"/>
        </a:xfrm>
      </p:grpSpPr>
      <p:sp>
        <p:nvSpPr>
          <p:cNvPr id="59" name="Google Shape;59;p14"/>
          <p:cNvSpPr txBox="1"/>
          <p:nvPr>
            <p:ph type="title"/>
          </p:nvPr>
        </p:nvSpPr>
        <p:spPr>
          <a:xfrm>
            <a:off x="284850" y="474875"/>
            <a:ext cx="4227300" cy="1154700"/>
          </a:xfrm>
          <a:prstGeom prst="rect">
            <a:avLst/>
          </a:prstGeom>
        </p:spPr>
        <p:txBody>
          <a:bodyPr anchorCtr="0" anchor="t" bIns="0" lIns="0" spcFirstLastPara="1" rIns="0" wrap="square" tIns="0">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60" name="Google Shape;60;p1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61" name="Google Shape;61;p14"/>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14"/>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4"/>
          <p:cNvSpPr txBox="1"/>
          <p:nvPr>
            <p:ph idx="1" type="body"/>
          </p:nvPr>
        </p:nvSpPr>
        <p:spPr>
          <a:xfrm>
            <a:off x="4629550" y="3479875"/>
            <a:ext cx="4227300" cy="923400"/>
          </a:xfrm>
          <a:prstGeom prst="rect">
            <a:avLst/>
          </a:prstGeom>
        </p:spPr>
        <p:txBody>
          <a:bodyPr anchorCtr="0" anchor="t" bIns="91425" lIns="182875" spcFirstLastPara="1" rIns="182875" wrap="square" tIns="91425">
            <a:noAutofit/>
          </a:bodyPr>
          <a:lstStyle>
            <a:lvl1pPr indent="-304800" lvl="0" marL="457200">
              <a:lnSpc>
                <a:spcPct val="100000"/>
              </a:lnSpc>
              <a:spcBef>
                <a:spcPts val="0"/>
              </a:spcBef>
              <a:spcAft>
                <a:spcPts val="0"/>
              </a:spcAft>
              <a:buSzPts val="1200"/>
              <a:buChar char="●"/>
              <a:defRPr/>
            </a:lvl1pPr>
            <a:lvl2pPr indent="-304800" lvl="1" marL="914400">
              <a:lnSpc>
                <a:spcPct val="100000"/>
              </a:lnSpc>
              <a:spcBef>
                <a:spcPts val="0"/>
              </a:spcBef>
              <a:spcAft>
                <a:spcPts val="0"/>
              </a:spcAft>
              <a:buSzPts val="1200"/>
              <a:buChar char="○"/>
              <a:defRPr/>
            </a:lvl2pPr>
            <a:lvl3pPr indent="-304800" lvl="2" marL="1371600">
              <a:lnSpc>
                <a:spcPct val="100000"/>
              </a:lnSpc>
              <a:spcBef>
                <a:spcPts val="0"/>
              </a:spcBef>
              <a:spcAft>
                <a:spcPts val="0"/>
              </a:spcAft>
              <a:buSzPts val="1200"/>
              <a:buChar char="■"/>
              <a:defRPr/>
            </a:lvl3pPr>
            <a:lvl4pPr indent="-304800" lvl="3" marL="1828800">
              <a:lnSpc>
                <a:spcPct val="100000"/>
              </a:lnSpc>
              <a:spcBef>
                <a:spcPts val="0"/>
              </a:spcBef>
              <a:spcAft>
                <a:spcPts val="0"/>
              </a:spcAft>
              <a:buSzPts val="1200"/>
              <a:buChar char="●"/>
              <a:defRPr/>
            </a:lvl4pPr>
            <a:lvl5pPr indent="-304800" lvl="4" marL="2286000">
              <a:lnSpc>
                <a:spcPct val="100000"/>
              </a:lnSpc>
              <a:spcBef>
                <a:spcPts val="0"/>
              </a:spcBef>
              <a:spcAft>
                <a:spcPts val="0"/>
              </a:spcAft>
              <a:buSzPts val="1200"/>
              <a:buChar char="○"/>
              <a:defRPr/>
            </a:lvl5pPr>
            <a:lvl6pPr indent="-304800" lvl="5" marL="2743200">
              <a:lnSpc>
                <a:spcPct val="100000"/>
              </a:lnSpc>
              <a:spcBef>
                <a:spcPts val="0"/>
              </a:spcBef>
              <a:spcAft>
                <a:spcPts val="0"/>
              </a:spcAft>
              <a:buSzPts val="1200"/>
              <a:buChar char="■"/>
              <a:defRPr/>
            </a:lvl6pPr>
            <a:lvl7pPr indent="-304800" lvl="6" marL="3200400">
              <a:lnSpc>
                <a:spcPct val="100000"/>
              </a:lnSpc>
              <a:spcBef>
                <a:spcPts val="0"/>
              </a:spcBef>
              <a:spcAft>
                <a:spcPts val="0"/>
              </a:spcAft>
              <a:buSzPts val="1200"/>
              <a:buChar char="●"/>
              <a:defRPr/>
            </a:lvl7pPr>
            <a:lvl8pPr indent="-304800" lvl="7" marL="3657600">
              <a:lnSpc>
                <a:spcPct val="100000"/>
              </a:lnSpc>
              <a:spcBef>
                <a:spcPts val="0"/>
              </a:spcBef>
              <a:spcAft>
                <a:spcPts val="0"/>
              </a:spcAft>
              <a:buSzPts val="1200"/>
              <a:buChar char="○"/>
              <a:defRPr/>
            </a:lvl8pPr>
            <a:lvl9pPr indent="-304800" lvl="8" marL="4114800">
              <a:lnSpc>
                <a:spcPct val="100000"/>
              </a:lnSpc>
              <a:spcBef>
                <a:spcPts val="0"/>
              </a:spcBef>
              <a:spcAft>
                <a:spcPts val="0"/>
              </a:spcAft>
              <a:buSzPts val="1200"/>
              <a:buChar char="■"/>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2">
  <p:cSld name="BLANK_1_1_1_1_2">
    <p:bg>
      <p:bgPr>
        <a:solidFill>
          <a:schemeClr val="accent1"/>
        </a:solidFill>
      </p:bgPr>
    </p:bg>
    <p:spTree>
      <p:nvGrpSpPr>
        <p:cNvPr id="64" name="Shape 64"/>
        <p:cNvGrpSpPr/>
        <p:nvPr/>
      </p:nvGrpSpPr>
      <p:grpSpPr>
        <a:xfrm>
          <a:off x="0" y="0"/>
          <a:ext cx="0" cy="0"/>
          <a:chOff x="0" y="0"/>
          <a:chExt cx="0" cy="0"/>
        </a:xfrm>
      </p:grpSpPr>
      <p:sp>
        <p:nvSpPr>
          <p:cNvPr id="65" name="Google Shape;65;p15"/>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66" name="Google Shape;66;p1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67" name="Google Shape;67;p15"/>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15"/>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3">
  <p:cSld name="BLANK_1_1_1_1_2_1">
    <p:spTree>
      <p:nvGrpSpPr>
        <p:cNvPr id="69" name="Shape 69"/>
        <p:cNvGrpSpPr/>
        <p:nvPr/>
      </p:nvGrpSpPr>
      <p:grpSpPr>
        <a:xfrm>
          <a:off x="0" y="0"/>
          <a:ext cx="0" cy="0"/>
          <a:chOff x="0" y="0"/>
          <a:chExt cx="0" cy="0"/>
        </a:xfrm>
      </p:grpSpPr>
      <p:sp>
        <p:nvSpPr>
          <p:cNvPr id="70" name="Google Shape;70;p16"/>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71" name="Google Shape;71;p1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lvl1pPr>
            <a:lvl2pPr lvl="1" algn="r">
              <a:buNone/>
              <a:defRPr/>
            </a:lvl2pPr>
            <a:lvl3pPr lvl="2" algn="r">
              <a:buNone/>
              <a:defRPr/>
            </a:lvl3pPr>
            <a:lvl4pPr lvl="3" algn="r">
              <a:buNone/>
              <a:defRPr/>
            </a:lvl4pPr>
            <a:lvl5pPr lvl="4" algn="r">
              <a:buNone/>
              <a:defRPr/>
            </a:lvl5pPr>
            <a:lvl6pPr lvl="5" algn="r">
              <a:buNone/>
              <a:defRPr/>
            </a:lvl6pPr>
            <a:lvl7pPr lvl="6" algn="r">
              <a:buNone/>
              <a:defRPr/>
            </a:lvl7pPr>
            <a:lvl8pPr lvl="7" algn="r">
              <a:buNone/>
              <a:defRPr/>
            </a:lvl8pPr>
            <a:lvl9pPr lvl="8" algn="r">
              <a:buNone/>
              <a:defRPr/>
            </a:lvl9pPr>
          </a:lstStyle>
          <a:p>
            <a:pPr indent="0" lvl="0" marL="0" rtl="0" algn="r">
              <a:spcBef>
                <a:spcPts val="0"/>
              </a:spcBef>
              <a:spcAft>
                <a:spcPts val="0"/>
              </a:spcAft>
              <a:buNone/>
            </a:pPr>
            <a:fld id="{00000000-1234-1234-1234-123412341234}" type="slidenum">
              <a:rPr lang="en"/>
              <a:t>‹#›</a:t>
            </a:fld>
            <a:endParaRPr/>
          </a:p>
        </p:txBody>
      </p:sp>
      <p:sp>
        <p:nvSpPr>
          <p:cNvPr id="72" name="Google Shape;72;p16"/>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6"/>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 Alt 4">
  <p:cSld name="BLANK_1_1_1_1_2_1_1">
    <p:bg>
      <p:bgPr>
        <a:solidFill>
          <a:schemeClr val="lt1"/>
        </a:solidFill>
      </p:bgPr>
    </p:bg>
    <p:spTree>
      <p:nvGrpSpPr>
        <p:cNvPr id="74" name="Shape 74"/>
        <p:cNvGrpSpPr/>
        <p:nvPr/>
      </p:nvGrpSpPr>
      <p:grpSpPr>
        <a:xfrm>
          <a:off x="0" y="0"/>
          <a:ext cx="0" cy="0"/>
          <a:chOff x="0" y="0"/>
          <a:chExt cx="0" cy="0"/>
        </a:xfrm>
      </p:grpSpPr>
      <p:sp>
        <p:nvSpPr>
          <p:cNvPr id="75" name="Google Shape;75;p17"/>
          <p:cNvSpPr txBox="1"/>
          <p:nvPr>
            <p:ph type="title"/>
          </p:nvPr>
        </p:nvSpPr>
        <p:spPr>
          <a:xfrm>
            <a:off x="284850" y="285900"/>
            <a:ext cx="6423900" cy="587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cxnSp>
        <p:nvCxnSpPr>
          <p:cNvPr id="76" name="Google Shape;76;p17"/>
          <p:cNvCxnSpPr/>
          <p:nvPr/>
        </p:nvCxnSpPr>
        <p:spPr>
          <a:xfrm>
            <a:off x="283850" y="4683734"/>
            <a:ext cx="8573100" cy="0"/>
          </a:xfrm>
          <a:prstGeom prst="straightConnector1">
            <a:avLst/>
          </a:prstGeom>
          <a:noFill/>
          <a:ln cap="flat" cmpd="sng" w="9525">
            <a:solidFill>
              <a:schemeClr val="dk1"/>
            </a:solidFill>
            <a:prstDash val="solid"/>
            <a:round/>
            <a:headEnd len="med" w="med" type="none"/>
            <a:tailEnd len="med" w="med" type="none"/>
          </a:ln>
        </p:spPr>
      </p:cxnSp>
      <p:sp>
        <p:nvSpPr>
          <p:cNvPr id="77" name="Google Shape;77;p17"/>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78" name="Google Shape;78;p1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79" name="Google Shape;79;p1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1">
  <p:cSld name="BLANK_1_1_1_1_1_1_1">
    <p:bg>
      <p:bgPr>
        <a:solidFill>
          <a:schemeClr val="lt1"/>
        </a:solidFill>
      </p:bgPr>
    </p:bg>
    <p:spTree>
      <p:nvGrpSpPr>
        <p:cNvPr id="80" name="Shape 80"/>
        <p:cNvGrpSpPr/>
        <p:nvPr/>
      </p:nvGrpSpPr>
      <p:grpSpPr>
        <a:xfrm>
          <a:off x="0" y="0"/>
          <a:ext cx="0" cy="0"/>
          <a:chOff x="0" y="0"/>
          <a:chExt cx="0" cy="0"/>
        </a:xfrm>
      </p:grpSpPr>
      <p:cxnSp>
        <p:nvCxnSpPr>
          <p:cNvPr id="81" name="Google Shape;81;p18"/>
          <p:cNvCxnSpPr/>
          <p:nvPr/>
        </p:nvCxnSpPr>
        <p:spPr>
          <a:xfrm>
            <a:off x="283850" y="4683725"/>
            <a:ext cx="8573100" cy="0"/>
          </a:xfrm>
          <a:prstGeom prst="straightConnector1">
            <a:avLst/>
          </a:prstGeom>
          <a:noFill/>
          <a:ln cap="flat" cmpd="sng" w="9525">
            <a:solidFill>
              <a:schemeClr val="dk1"/>
            </a:solidFill>
            <a:prstDash val="solid"/>
            <a:round/>
            <a:headEnd len="med" w="med" type="none"/>
            <a:tailEnd len="med" w="med" type="none"/>
          </a:ln>
        </p:spPr>
      </p:cxnSp>
      <p:sp>
        <p:nvSpPr>
          <p:cNvPr id="82" name="Google Shape;82;p18"/>
          <p:cNvSpPr txBox="1"/>
          <p:nvPr>
            <p:ph type="title"/>
          </p:nvPr>
        </p:nvSpPr>
        <p:spPr>
          <a:xfrm>
            <a:off x="283850" y="230676"/>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83" name="Google Shape;83;p18"/>
          <p:cNvSpPr txBox="1"/>
          <p:nvPr>
            <p:ph idx="1" type="subTitle"/>
          </p:nvPr>
        </p:nvSpPr>
        <p:spPr>
          <a:xfrm>
            <a:off x="6214200" y="3602000"/>
            <a:ext cx="23865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84" name="Google Shape;84;p18"/>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85" name="Google Shape;85;p18"/>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86" name="Google Shape;86;p18"/>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87" name="Google Shape;87;p18"/>
          <p:cNvSpPr/>
          <p:nvPr>
            <p:ph idx="4" type="pic"/>
          </p:nvPr>
        </p:nvSpPr>
        <p:spPr>
          <a:xfrm>
            <a:off x="4629750" y="3386700"/>
            <a:ext cx="1328400" cy="1290900"/>
          </a:xfrm>
          <a:prstGeom prst="rect">
            <a:avLst/>
          </a:prstGeom>
          <a:noFill/>
          <a:ln>
            <a:noFill/>
          </a:ln>
        </p:spPr>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3">
  <p:cSld name="BLANK_3_1">
    <p:bg>
      <p:bgPr>
        <a:solidFill>
          <a:schemeClr val="accent3"/>
        </a:solidFill>
      </p:bgPr>
    </p:bg>
    <p:spTree>
      <p:nvGrpSpPr>
        <p:cNvPr id="88" name="Shape 88"/>
        <p:cNvGrpSpPr/>
        <p:nvPr/>
      </p:nvGrpSpPr>
      <p:grpSpPr>
        <a:xfrm>
          <a:off x="0" y="0"/>
          <a:ext cx="0" cy="0"/>
          <a:chOff x="0" y="0"/>
          <a:chExt cx="0" cy="0"/>
        </a:xfrm>
      </p:grpSpPr>
      <p:sp>
        <p:nvSpPr>
          <p:cNvPr id="89" name="Google Shape;89;p19"/>
          <p:cNvSpPr/>
          <p:nvPr/>
        </p:nvSpPr>
        <p:spPr>
          <a:xfrm>
            <a:off x="3186050" y="288625"/>
            <a:ext cx="5670900" cy="2929200"/>
          </a:xfrm>
          <a:prstGeom prst="rect">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lt1"/>
              </a:solidFill>
              <a:latin typeface="Inter"/>
              <a:ea typeface="Inter"/>
              <a:cs typeface="Inter"/>
              <a:sym typeface="Inter"/>
            </a:endParaRPr>
          </a:p>
        </p:txBody>
      </p:sp>
      <p:sp>
        <p:nvSpPr>
          <p:cNvPr id="90" name="Google Shape;90;p19"/>
          <p:cNvSpPr/>
          <p:nvPr/>
        </p:nvSpPr>
        <p:spPr>
          <a:xfrm>
            <a:off x="3499026" y="558338"/>
            <a:ext cx="5044948" cy="2389773"/>
          </a:xfrm>
          <a:custGeom>
            <a:rect b="b" l="l" r="r" t="t"/>
            <a:pathLst>
              <a:path extrusionOk="0" h="22601" w="47712">
                <a:moveTo>
                  <a:pt x="36474" y="1"/>
                </a:moveTo>
                <a:lnTo>
                  <a:pt x="32896" y="3516"/>
                </a:lnTo>
                <a:lnTo>
                  <a:pt x="38106" y="8789"/>
                </a:lnTo>
                <a:lnTo>
                  <a:pt x="1" y="8789"/>
                </a:lnTo>
                <a:lnTo>
                  <a:pt x="1" y="13812"/>
                </a:lnTo>
                <a:lnTo>
                  <a:pt x="38106" y="13812"/>
                </a:lnTo>
                <a:lnTo>
                  <a:pt x="32833" y="19085"/>
                </a:lnTo>
                <a:lnTo>
                  <a:pt x="36411" y="22600"/>
                </a:lnTo>
                <a:lnTo>
                  <a:pt x="47711" y="11300"/>
                </a:lnTo>
                <a:lnTo>
                  <a:pt x="36474" y="1"/>
                </a:lnTo>
                <a:close/>
              </a:path>
            </a:pathLst>
          </a:cu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
        <p:nvSpPr>
          <p:cNvPr id="91" name="Google Shape;91;p19"/>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solidFill>
                  <a:schemeClr val="dk1"/>
                </a:solidFill>
              </a:defRPr>
            </a:lvl1pPr>
            <a:lvl2pPr lvl="1">
              <a:lnSpc>
                <a:spcPct val="70000"/>
              </a:lnSpc>
              <a:spcBef>
                <a:spcPts val="0"/>
              </a:spcBef>
              <a:spcAft>
                <a:spcPts val="0"/>
              </a:spcAft>
              <a:buNone/>
              <a:defRPr sz="6000">
                <a:solidFill>
                  <a:schemeClr val="dk1"/>
                </a:solidFill>
              </a:defRPr>
            </a:lvl2pPr>
            <a:lvl3pPr lvl="2">
              <a:lnSpc>
                <a:spcPct val="70000"/>
              </a:lnSpc>
              <a:spcBef>
                <a:spcPts val="0"/>
              </a:spcBef>
              <a:spcAft>
                <a:spcPts val="0"/>
              </a:spcAft>
              <a:buNone/>
              <a:defRPr sz="6000">
                <a:solidFill>
                  <a:schemeClr val="dk1"/>
                </a:solidFill>
              </a:defRPr>
            </a:lvl3pPr>
            <a:lvl4pPr lvl="3">
              <a:lnSpc>
                <a:spcPct val="70000"/>
              </a:lnSpc>
              <a:spcBef>
                <a:spcPts val="0"/>
              </a:spcBef>
              <a:spcAft>
                <a:spcPts val="0"/>
              </a:spcAft>
              <a:buNone/>
              <a:defRPr sz="6000">
                <a:solidFill>
                  <a:schemeClr val="dk1"/>
                </a:solidFill>
              </a:defRPr>
            </a:lvl4pPr>
            <a:lvl5pPr lvl="4">
              <a:lnSpc>
                <a:spcPct val="70000"/>
              </a:lnSpc>
              <a:spcBef>
                <a:spcPts val="0"/>
              </a:spcBef>
              <a:spcAft>
                <a:spcPts val="0"/>
              </a:spcAft>
              <a:buNone/>
              <a:defRPr sz="6000">
                <a:solidFill>
                  <a:schemeClr val="dk1"/>
                </a:solidFill>
              </a:defRPr>
            </a:lvl5pPr>
            <a:lvl6pPr lvl="5">
              <a:lnSpc>
                <a:spcPct val="70000"/>
              </a:lnSpc>
              <a:spcBef>
                <a:spcPts val="0"/>
              </a:spcBef>
              <a:spcAft>
                <a:spcPts val="0"/>
              </a:spcAft>
              <a:buNone/>
              <a:defRPr sz="6000">
                <a:solidFill>
                  <a:schemeClr val="dk1"/>
                </a:solidFill>
              </a:defRPr>
            </a:lvl6pPr>
            <a:lvl7pPr lvl="6">
              <a:lnSpc>
                <a:spcPct val="70000"/>
              </a:lnSpc>
              <a:spcBef>
                <a:spcPts val="0"/>
              </a:spcBef>
              <a:spcAft>
                <a:spcPts val="0"/>
              </a:spcAft>
              <a:buNone/>
              <a:defRPr sz="6000">
                <a:solidFill>
                  <a:schemeClr val="dk1"/>
                </a:solidFill>
              </a:defRPr>
            </a:lvl7pPr>
            <a:lvl8pPr lvl="7">
              <a:lnSpc>
                <a:spcPct val="70000"/>
              </a:lnSpc>
              <a:spcBef>
                <a:spcPts val="0"/>
              </a:spcBef>
              <a:spcAft>
                <a:spcPts val="0"/>
              </a:spcAft>
              <a:buNone/>
              <a:defRPr sz="6000">
                <a:solidFill>
                  <a:schemeClr val="dk1"/>
                </a:solidFill>
              </a:defRPr>
            </a:lvl8pPr>
            <a:lvl9pPr lvl="8">
              <a:lnSpc>
                <a:spcPct val="70000"/>
              </a:lnSpc>
              <a:spcBef>
                <a:spcPts val="0"/>
              </a:spcBef>
              <a:spcAft>
                <a:spcPts val="0"/>
              </a:spcAft>
              <a:buNone/>
              <a:defRPr sz="6000">
                <a:solidFill>
                  <a:schemeClr val="dk1"/>
                </a:solidFill>
              </a:defRPr>
            </a:lvl9pPr>
          </a:lstStyle>
          <a:p/>
        </p:txBody>
      </p:sp>
      <p:sp>
        <p:nvSpPr>
          <p:cNvPr id="92" name="Google Shape;92;p19"/>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dk1"/>
              </a:buClr>
              <a:buSzPts val="1200"/>
              <a:buFont typeface="Inter"/>
              <a:buNone/>
              <a:defRPr sz="1200">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93" name="Google Shape;93;p19"/>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94" name="Google Shape;94;p19"/>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95" name="Google Shape;95;p1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 Alt 4">
  <p:cSld name="BLANK_3_1_1">
    <p:bg>
      <p:bgPr>
        <a:solidFill>
          <a:schemeClr val="accent1"/>
        </a:solidFill>
      </p:bgPr>
    </p:bg>
    <p:spTree>
      <p:nvGrpSpPr>
        <p:cNvPr id="96" name="Shape 96"/>
        <p:cNvGrpSpPr/>
        <p:nvPr/>
      </p:nvGrpSpPr>
      <p:grpSpPr>
        <a:xfrm>
          <a:off x="0" y="0"/>
          <a:ext cx="0" cy="0"/>
          <a:chOff x="0" y="0"/>
          <a:chExt cx="0" cy="0"/>
        </a:xfrm>
      </p:grpSpPr>
      <p:sp>
        <p:nvSpPr>
          <p:cNvPr id="97" name="Google Shape;97;p20"/>
          <p:cNvSpPr txBox="1"/>
          <p:nvPr>
            <p:ph type="title"/>
          </p:nvPr>
        </p:nvSpPr>
        <p:spPr>
          <a:xfrm>
            <a:off x="283850" y="474875"/>
            <a:ext cx="2773200" cy="1585200"/>
          </a:xfrm>
          <a:prstGeom prst="rect">
            <a:avLst/>
          </a:prstGeom>
        </p:spPr>
        <p:txBody>
          <a:bodyPr anchorCtr="0" anchor="t" bIns="0" lIns="0" spcFirstLastPara="1" rIns="0" wrap="square" tIns="91425">
            <a:norm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98" name="Google Shape;98;p20"/>
          <p:cNvSpPr txBox="1"/>
          <p:nvPr>
            <p:ph idx="1" type="subTitle"/>
          </p:nvPr>
        </p:nvSpPr>
        <p:spPr>
          <a:xfrm>
            <a:off x="284850" y="3602000"/>
            <a:ext cx="2773200" cy="804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200"/>
              <a:buFont typeface="Inter"/>
              <a:buNone/>
              <a:defRPr sz="1200"/>
            </a:lvl1pPr>
            <a:lvl2pPr lvl="1">
              <a:spcBef>
                <a:spcPts val="0"/>
              </a:spcBef>
              <a:spcAft>
                <a:spcPts val="0"/>
              </a:spcAft>
              <a:buClr>
                <a:schemeClr val="lt1"/>
              </a:buClr>
              <a:buSzPts val="1200"/>
              <a:buFont typeface="Inter"/>
              <a:buNone/>
              <a:defRPr sz="1200">
                <a:latin typeface="Inter"/>
                <a:ea typeface="Inter"/>
                <a:cs typeface="Inter"/>
                <a:sym typeface="Inter"/>
              </a:defRPr>
            </a:lvl2pPr>
            <a:lvl3pPr lvl="2">
              <a:spcBef>
                <a:spcPts val="0"/>
              </a:spcBef>
              <a:spcAft>
                <a:spcPts val="0"/>
              </a:spcAft>
              <a:buClr>
                <a:schemeClr val="lt1"/>
              </a:buClr>
              <a:buSzPts val="1200"/>
              <a:buFont typeface="Inter"/>
              <a:buNone/>
              <a:defRPr sz="1200">
                <a:latin typeface="Inter"/>
                <a:ea typeface="Inter"/>
                <a:cs typeface="Inter"/>
                <a:sym typeface="Inter"/>
              </a:defRPr>
            </a:lvl3pPr>
            <a:lvl4pPr lvl="3">
              <a:spcBef>
                <a:spcPts val="0"/>
              </a:spcBef>
              <a:spcAft>
                <a:spcPts val="0"/>
              </a:spcAft>
              <a:buClr>
                <a:schemeClr val="lt1"/>
              </a:buClr>
              <a:buSzPts val="1200"/>
              <a:buFont typeface="Inter"/>
              <a:buNone/>
              <a:defRPr sz="1200">
                <a:latin typeface="Inter"/>
                <a:ea typeface="Inter"/>
                <a:cs typeface="Inter"/>
                <a:sym typeface="Inter"/>
              </a:defRPr>
            </a:lvl4pPr>
            <a:lvl5pPr lvl="4">
              <a:spcBef>
                <a:spcPts val="0"/>
              </a:spcBef>
              <a:spcAft>
                <a:spcPts val="0"/>
              </a:spcAft>
              <a:buClr>
                <a:schemeClr val="lt1"/>
              </a:buClr>
              <a:buSzPts val="1200"/>
              <a:buFont typeface="Inter"/>
              <a:buNone/>
              <a:defRPr sz="1200">
                <a:latin typeface="Inter"/>
                <a:ea typeface="Inter"/>
                <a:cs typeface="Inter"/>
                <a:sym typeface="Inter"/>
              </a:defRPr>
            </a:lvl5pPr>
            <a:lvl6pPr lvl="5">
              <a:spcBef>
                <a:spcPts val="0"/>
              </a:spcBef>
              <a:spcAft>
                <a:spcPts val="0"/>
              </a:spcAft>
              <a:buClr>
                <a:schemeClr val="lt1"/>
              </a:buClr>
              <a:buSzPts val="1200"/>
              <a:buFont typeface="Inter"/>
              <a:buNone/>
              <a:defRPr sz="1200">
                <a:latin typeface="Inter"/>
                <a:ea typeface="Inter"/>
                <a:cs typeface="Inter"/>
                <a:sym typeface="Inter"/>
              </a:defRPr>
            </a:lvl6pPr>
            <a:lvl7pPr lvl="6">
              <a:spcBef>
                <a:spcPts val="0"/>
              </a:spcBef>
              <a:spcAft>
                <a:spcPts val="0"/>
              </a:spcAft>
              <a:buClr>
                <a:schemeClr val="lt1"/>
              </a:buClr>
              <a:buSzPts val="1200"/>
              <a:buFont typeface="Inter"/>
              <a:buNone/>
              <a:defRPr sz="1200">
                <a:latin typeface="Inter"/>
                <a:ea typeface="Inter"/>
                <a:cs typeface="Inter"/>
                <a:sym typeface="Inter"/>
              </a:defRPr>
            </a:lvl7pPr>
            <a:lvl8pPr lvl="7">
              <a:spcBef>
                <a:spcPts val="0"/>
              </a:spcBef>
              <a:spcAft>
                <a:spcPts val="0"/>
              </a:spcAft>
              <a:buClr>
                <a:schemeClr val="lt1"/>
              </a:buClr>
              <a:buSzPts val="1200"/>
              <a:buFont typeface="Inter"/>
              <a:buNone/>
              <a:defRPr sz="1200">
                <a:latin typeface="Inter"/>
                <a:ea typeface="Inter"/>
                <a:cs typeface="Inter"/>
                <a:sym typeface="Inter"/>
              </a:defRPr>
            </a:lvl8pPr>
            <a:lvl9pPr lvl="8">
              <a:spcBef>
                <a:spcPts val="0"/>
              </a:spcBef>
              <a:spcAft>
                <a:spcPts val="0"/>
              </a:spcAft>
              <a:buClr>
                <a:schemeClr val="lt1"/>
              </a:buClr>
              <a:buSzPts val="1200"/>
              <a:buFont typeface="Inter"/>
              <a:buNone/>
              <a:defRPr sz="1200">
                <a:latin typeface="Inter"/>
                <a:ea typeface="Inter"/>
                <a:cs typeface="Inter"/>
                <a:sym typeface="Inter"/>
              </a:defRPr>
            </a:lvl9pPr>
          </a:lstStyle>
          <a:p/>
        </p:txBody>
      </p:sp>
      <p:sp>
        <p:nvSpPr>
          <p:cNvPr id="99" name="Google Shape;99;p2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00" name="Google Shape;100;p2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1" name="Google Shape;101;p2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2" name="Google Shape;102;p20"/>
          <p:cNvSpPr/>
          <p:nvPr>
            <p:ph idx="4" type="pic"/>
          </p:nvPr>
        </p:nvSpPr>
        <p:spPr>
          <a:xfrm>
            <a:off x="3185700" y="291263"/>
            <a:ext cx="5671200" cy="4387800"/>
          </a:xfrm>
          <a:prstGeom prst="rect">
            <a:avLst/>
          </a:prstGeom>
          <a:noFill/>
          <a:ln>
            <a:noFill/>
          </a:ln>
        </p:spPr>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Alt 2">
  <p:cSld name="BLANK_1_1_1_1_1_1_1_1_1_1_2">
    <p:bg>
      <p:bgPr>
        <a:solidFill>
          <a:schemeClr val="lt1"/>
        </a:solidFill>
      </p:bgPr>
    </p:bg>
    <p:spTree>
      <p:nvGrpSpPr>
        <p:cNvPr id="103" name="Shape 103"/>
        <p:cNvGrpSpPr/>
        <p:nvPr/>
      </p:nvGrpSpPr>
      <p:grpSpPr>
        <a:xfrm>
          <a:off x="0" y="0"/>
          <a:ext cx="0" cy="0"/>
          <a:chOff x="0" y="0"/>
          <a:chExt cx="0" cy="0"/>
        </a:xfrm>
      </p:grpSpPr>
      <p:sp>
        <p:nvSpPr>
          <p:cNvPr id="104" name="Google Shape;104;p2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05" name="Google Shape;105;p21"/>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
        <p:nvSpPr>
          <p:cNvPr id="106" name="Google Shape;106;p21"/>
          <p:cNvSpPr txBox="1"/>
          <p:nvPr>
            <p:ph idx="2"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Font typeface="Inter"/>
              <a:buNone/>
              <a:defRPr>
                <a:solidFill>
                  <a:schemeClr val="dk1"/>
                </a:solidFill>
              </a:defRPr>
            </a:lvl2pPr>
            <a:lvl3pPr lvl="2">
              <a:spcBef>
                <a:spcPts val="0"/>
              </a:spcBef>
              <a:spcAft>
                <a:spcPts val="0"/>
              </a:spcAft>
              <a:buClr>
                <a:schemeClr val="dk1"/>
              </a:buClr>
              <a:buSzPts val="1400"/>
              <a:buFont typeface="Inter"/>
              <a:buNone/>
              <a:defRPr>
                <a:solidFill>
                  <a:schemeClr val="dk1"/>
                </a:solidFill>
              </a:defRPr>
            </a:lvl3pPr>
            <a:lvl4pPr lvl="3">
              <a:spcBef>
                <a:spcPts val="0"/>
              </a:spcBef>
              <a:spcAft>
                <a:spcPts val="0"/>
              </a:spcAft>
              <a:buClr>
                <a:schemeClr val="dk1"/>
              </a:buClr>
              <a:buSzPts val="1400"/>
              <a:buFont typeface="Inter"/>
              <a:buNone/>
              <a:defRPr>
                <a:solidFill>
                  <a:schemeClr val="dk1"/>
                </a:solidFill>
              </a:defRPr>
            </a:lvl4pPr>
            <a:lvl5pPr lvl="4">
              <a:spcBef>
                <a:spcPts val="0"/>
              </a:spcBef>
              <a:spcAft>
                <a:spcPts val="0"/>
              </a:spcAft>
              <a:buClr>
                <a:schemeClr val="dk1"/>
              </a:buClr>
              <a:buSzPts val="1400"/>
              <a:buFont typeface="Inter"/>
              <a:buNone/>
              <a:defRPr>
                <a:solidFill>
                  <a:schemeClr val="dk1"/>
                </a:solidFill>
              </a:defRPr>
            </a:lvl5pPr>
            <a:lvl6pPr lvl="5">
              <a:spcBef>
                <a:spcPts val="0"/>
              </a:spcBef>
              <a:spcAft>
                <a:spcPts val="0"/>
              </a:spcAft>
              <a:buClr>
                <a:schemeClr val="dk1"/>
              </a:buClr>
              <a:buSzPts val="1400"/>
              <a:buFont typeface="Inter"/>
              <a:buNone/>
              <a:defRPr>
                <a:solidFill>
                  <a:schemeClr val="dk1"/>
                </a:solidFill>
              </a:defRPr>
            </a:lvl6pPr>
            <a:lvl7pPr lvl="6">
              <a:spcBef>
                <a:spcPts val="0"/>
              </a:spcBef>
              <a:spcAft>
                <a:spcPts val="0"/>
              </a:spcAft>
              <a:buClr>
                <a:schemeClr val="dk1"/>
              </a:buClr>
              <a:buSzPts val="1400"/>
              <a:buFont typeface="Inter"/>
              <a:buNone/>
              <a:defRPr>
                <a:solidFill>
                  <a:schemeClr val="dk1"/>
                </a:solidFill>
              </a:defRPr>
            </a:lvl7pPr>
            <a:lvl8pPr lvl="7">
              <a:spcBef>
                <a:spcPts val="0"/>
              </a:spcBef>
              <a:spcAft>
                <a:spcPts val="0"/>
              </a:spcAft>
              <a:buClr>
                <a:schemeClr val="dk1"/>
              </a:buClr>
              <a:buSzPts val="1400"/>
              <a:buFont typeface="Inter"/>
              <a:buNone/>
              <a:defRPr>
                <a:solidFill>
                  <a:schemeClr val="dk1"/>
                </a:solidFill>
              </a:defRPr>
            </a:lvl8pPr>
            <a:lvl9pPr lvl="8">
              <a:spcBef>
                <a:spcPts val="0"/>
              </a:spcBef>
              <a:spcAft>
                <a:spcPts val="0"/>
              </a:spcAft>
              <a:buClr>
                <a:schemeClr val="dk1"/>
              </a:buClr>
              <a:buSzPts val="1400"/>
              <a:buFont typeface="Inter"/>
              <a:buNone/>
              <a:defRPr>
                <a:solidFill>
                  <a:schemeClr val="dk1"/>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 Alt 5">
  <p:cSld name="BLANK_1_1_1_1_1_1_1_1_1_1_1_2_1">
    <p:bg>
      <p:bgPr>
        <a:solidFill>
          <a:schemeClr val="lt1"/>
        </a:solidFill>
      </p:bgPr>
    </p:bg>
    <p:spTree>
      <p:nvGrpSpPr>
        <p:cNvPr id="107" name="Shape 107"/>
        <p:cNvGrpSpPr/>
        <p:nvPr/>
      </p:nvGrpSpPr>
      <p:grpSpPr>
        <a:xfrm>
          <a:off x="0" y="0"/>
          <a:ext cx="0" cy="0"/>
          <a:chOff x="0" y="0"/>
          <a:chExt cx="0" cy="0"/>
        </a:xfrm>
      </p:grpSpPr>
      <p:sp>
        <p:nvSpPr>
          <p:cNvPr id="108" name="Google Shape;108;p22"/>
          <p:cNvSpPr txBox="1"/>
          <p:nvPr>
            <p:ph type="title"/>
          </p:nvPr>
        </p:nvSpPr>
        <p:spPr>
          <a:xfrm>
            <a:off x="283850" y="285900"/>
            <a:ext cx="4227600" cy="309300"/>
          </a:xfrm>
          <a:prstGeom prst="rect">
            <a:avLst/>
          </a:prstGeom>
        </p:spPr>
        <p:txBody>
          <a:bodyPr anchorCtr="0" anchor="t" bIns="0" lIns="0" spcFirstLastPara="1" rIns="0" wrap="square" tIns="0">
            <a:spAutoFit/>
          </a:bodyPr>
          <a:lstStyle>
            <a:lvl1pPr lvl="0">
              <a:lnSpc>
                <a:spcPct val="70000"/>
              </a:lnSpc>
              <a:spcBef>
                <a:spcPts val="0"/>
              </a:spcBef>
              <a:spcAft>
                <a:spcPts val="0"/>
              </a:spcAft>
              <a:buNone/>
              <a:defRPr sz="1800">
                <a:solidFill>
                  <a:schemeClr val="dk1"/>
                </a:solidFill>
              </a:defRPr>
            </a:lvl1pPr>
            <a:lvl2pPr lvl="1">
              <a:lnSpc>
                <a:spcPct val="70000"/>
              </a:lnSpc>
              <a:spcBef>
                <a:spcPts val="0"/>
              </a:spcBef>
              <a:spcAft>
                <a:spcPts val="0"/>
              </a:spcAft>
              <a:buNone/>
              <a:defRPr sz="1800">
                <a:solidFill>
                  <a:schemeClr val="dk1"/>
                </a:solidFill>
              </a:defRPr>
            </a:lvl2pPr>
            <a:lvl3pPr lvl="2">
              <a:lnSpc>
                <a:spcPct val="70000"/>
              </a:lnSpc>
              <a:spcBef>
                <a:spcPts val="0"/>
              </a:spcBef>
              <a:spcAft>
                <a:spcPts val="0"/>
              </a:spcAft>
              <a:buNone/>
              <a:defRPr sz="1800">
                <a:solidFill>
                  <a:schemeClr val="dk1"/>
                </a:solidFill>
              </a:defRPr>
            </a:lvl3pPr>
            <a:lvl4pPr lvl="3">
              <a:lnSpc>
                <a:spcPct val="70000"/>
              </a:lnSpc>
              <a:spcBef>
                <a:spcPts val="0"/>
              </a:spcBef>
              <a:spcAft>
                <a:spcPts val="0"/>
              </a:spcAft>
              <a:buNone/>
              <a:defRPr sz="1800">
                <a:solidFill>
                  <a:schemeClr val="dk1"/>
                </a:solidFill>
              </a:defRPr>
            </a:lvl4pPr>
            <a:lvl5pPr lvl="4">
              <a:lnSpc>
                <a:spcPct val="70000"/>
              </a:lnSpc>
              <a:spcBef>
                <a:spcPts val="0"/>
              </a:spcBef>
              <a:spcAft>
                <a:spcPts val="0"/>
              </a:spcAft>
              <a:buNone/>
              <a:defRPr sz="1800">
                <a:solidFill>
                  <a:schemeClr val="dk1"/>
                </a:solidFill>
              </a:defRPr>
            </a:lvl5pPr>
            <a:lvl6pPr lvl="5">
              <a:lnSpc>
                <a:spcPct val="70000"/>
              </a:lnSpc>
              <a:spcBef>
                <a:spcPts val="0"/>
              </a:spcBef>
              <a:spcAft>
                <a:spcPts val="0"/>
              </a:spcAft>
              <a:buNone/>
              <a:defRPr sz="1800">
                <a:solidFill>
                  <a:schemeClr val="dk1"/>
                </a:solidFill>
              </a:defRPr>
            </a:lvl6pPr>
            <a:lvl7pPr lvl="6">
              <a:lnSpc>
                <a:spcPct val="70000"/>
              </a:lnSpc>
              <a:spcBef>
                <a:spcPts val="0"/>
              </a:spcBef>
              <a:spcAft>
                <a:spcPts val="0"/>
              </a:spcAft>
              <a:buNone/>
              <a:defRPr sz="1800">
                <a:solidFill>
                  <a:schemeClr val="dk1"/>
                </a:solidFill>
              </a:defRPr>
            </a:lvl7pPr>
            <a:lvl8pPr lvl="7">
              <a:lnSpc>
                <a:spcPct val="70000"/>
              </a:lnSpc>
              <a:spcBef>
                <a:spcPts val="0"/>
              </a:spcBef>
              <a:spcAft>
                <a:spcPts val="0"/>
              </a:spcAft>
              <a:buNone/>
              <a:defRPr sz="1800">
                <a:solidFill>
                  <a:schemeClr val="dk1"/>
                </a:solidFill>
              </a:defRPr>
            </a:lvl8pPr>
            <a:lvl9pPr lvl="8">
              <a:lnSpc>
                <a:spcPct val="70000"/>
              </a:lnSpc>
              <a:spcBef>
                <a:spcPts val="0"/>
              </a:spcBef>
              <a:spcAft>
                <a:spcPts val="0"/>
              </a:spcAft>
              <a:buNone/>
              <a:defRPr sz="1800">
                <a:solidFill>
                  <a:schemeClr val="dk1"/>
                </a:solidFill>
              </a:defRPr>
            </a:lvl9pPr>
          </a:lstStyle>
          <a:p/>
        </p:txBody>
      </p:sp>
      <p:sp>
        <p:nvSpPr>
          <p:cNvPr id="109" name="Google Shape;109;p22"/>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10" name="Google Shape;110;p22"/>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1" name="Google Shape;111;p22"/>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12" name="Google Shape;112;p22"/>
          <p:cNvSpPr txBox="1"/>
          <p:nvPr>
            <p:ph idx="1" type="subTitle"/>
          </p:nvPr>
        </p:nvSpPr>
        <p:spPr>
          <a:xfrm>
            <a:off x="1125100" y="23454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3" name="Google Shape;113;p22"/>
          <p:cNvSpPr txBox="1"/>
          <p:nvPr>
            <p:ph idx="4" type="subTitle"/>
          </p:nvPr>
        </p:nvSpPr>
        <p:spPr>
          <a:xfrm flipH="1">
            <a:off x="6801950" y="23454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4" name="Google Shape;114;p22"/>
          <p:cNvSpPr txBox="1"/>
          <p:nvPr>
            <p:ph idx="5" type="subTitle"/>
          </p:nvPr>
        </p:nvSpPr>
        <p:spPr>
          <a:xfrm>
            <a:off x="1125100" y="1555600"/>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5" name="Google Shape;115;p22"/>
          <p:cNvSpPr txBox="1"/>
          <p:nvPr>
            <p:ph idx="6" type="subTitle"/>
          </p:nvPr>
        </p:nvSpPr>
        <p:spPr>
          <a:xfrm flipH="1">
            <a:off x="6801950" y="1555600"/>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6" name="Google Shape;116;p22"/>
          <p:cNvSpPr txBox="1"/>
          <p:nvPr>
            <p:ph idx="7" type="subTitle"/>
          </p:nvPr>
        </p:nvSpPr>
        <p:spPr>
          <a:xfrm>
            <a:off x="1125100" y="312316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7" name="Google Shape;117;p22"/>
          <p:cNvSpPr txBox="1"/>
          <p:nvPr>
            <p:ph idx="8" type="subTitle"/>
          </p:nvPr>
        </p:nvSpPr>
        <p:spPr>
          <a:xfrm flipH="1">
            <a:off x="6801950" y="312316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18" name="Google Shape;118;p22"/>
          <p:cNvSpPr txBox="1"/>
          <p:nvPr>
            <p:ph idx="9" type="subTitle"/>
          </p:nvPr>
        </p:nvSpPr>
        <p:spPr>
          <a:xfrm>
            <a:off x="1125100" y="3902913"/>
            <a:ext cx="5559300" cy="773700"/>
          </a:xfrm>
          <a:prstGeom prst="rect">
            <a:avLst/>
          </a:prstGeom>
        </p:spPr>
        <p:txBody>
          <a:bodyPr anchorCtr="0" anchor="ctr" bIns="0" lIns="0" spcFirstLastPara="1" rIns="0" wrap="square" tIns="0">
            <a:noAutofit/>
          </a:bodyPr>
          <a:lstStyle>
            <a:lvl1pPr lvl="0">
              <a:lnSpc>
                <a:spcPct val="70000"/>
              </a:lnSpc>
              <a:spcBef>
                <a:spcPts val="0"/>
              </a:spcBef>
              <a:spcAft>
                <a:spcPts val="0"/>
              </a:spcAft>
              <a:buClr>
                <a:schemeClr val="dk1"/>
              </a:buClr>
              <a:buSzPts val="3600"/>
              <a:buFont typeface="Inter"/>
              <a:buNone/>
              <a:defRPr sz="3600">
                <a:solidFill>
                  <a:schemeClr val="dk1"/>
                </a:solidFill>
              </a:defRPr>
            </a:lvl1pPr>
            <a:lvl2pPr lvl="1">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nSpc>
                <a:spcPct val="7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19" name="Google Shape;119;p22"/>
          <p:cNvSpPr txBox="1"/>
          <p:nvPr>
            <p:ph idx="13" type="subTitle"/>
          </p:nvPr>
        </p:nvSpPr>
        <p:spPr>
          <a:xfrm flipH="1">
            <a:off x="6801950" y="3902913"/>
            <a:ext cx="2055000" cy="773700"/>
          </a:xfrm>
          <a:prstGeom prst="rect">
            <a:avLst/>
          </a:prstGeom>
        </p:spPr>
        <p:txBody>
          <a:bodyPr anchorCtr="0" anchor="ctr" bIns="0" lIns="0" spcFirstLastPara="1" rIns="0" wrap="square" tIns="0">
            <a:noAutofit/>
          </a:bodyPr>
          <a:lstStyle>
            <a:lvl1pPr lvl="0" algn="r">
              <a:lnSpc>
                <a:spcPct val="70000"/>
              </a:lnSpc>
              <a:spcBef>
                <a:spcPts val="0"/>
              </a:spcBef>
              <a:spcAft>
                <a:spcPts val="0"/>
              </a:spcAft>
              <a:buClr>
                <a:schemeClr val="dk1"/>
              </a:buClr>
              <a:buSzPts val="1400"/>
              <a:buFont typeface="Inter"/>
              <a:buNone/>
              <a:defRPr>
                <a:solidFill>
                  <a:schemeClr val="dk1"/>
                </a:solidFill>
              </a:defRPr>
            </a:lvl1pPr>
            <a:lvl2pPr lvl="1"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lgn="r">
              <a:lnSpc>
                <a:spcPct val="70000"/>
              </a:lnSpc>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3">
  <p:cSld name="CUSTOM_1">
    <p:bg>
      <p:bgPr>
        <a:solidFill>
          <a:schemeClr val="lt1"/>
        </a:solidFill>
      </p:bgPr>
    </p:bg>
    <p:spTree>
      <p:nvGrpSpPr>
        <p:cNvPr id="120" name="Shape 120"/>
        <p:cNvGrpSpPr/>
        <p:nvPr/>
      </p:nvGrpSpPr>
      <p:grpSpPr>
        <a:xfrm>
          <a:off x="0" y="0"/>
          <a:ext cx="0" cy="0"/>
          <a:chOff x="0" y="0"/>
          <a:chExt cx="0" cy="0"/>
        </a:xfrm>
      </p:grpSpPr>
      <p:sp>
        <p:nvSpPr>
          <p:cNvPr id="121" name="Google Shape;121;p23"/>
          <p:cNvSpPr/>
          <p:nvPr>
            <p:ph idx="2" type="pic"/>
          </p:nvPr>
        </p:nvSpPr>
        <p:spPr>
          <a:xfrm>
            <a:off x="283850" y="2178075"/>
            <a:ext cx="4227600" cy="2505600"/>
          </a:xfrm>
          <a:prstGeom prst="rect">
            <a:avLst/>
          </a:prstGeom>
          <a:noFill/>
          <a:ln>
            <a:noFill/>
          </a:ln>
        </p:spPr>
      </p:sp>
      <p:sp>
        <p:nvSpPr>
          <p:cNvPr id="122" name="Google Shape;122;p23"/>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23" name="Google Shape;123;p2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4" name="Google Shape;124;p23"/>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25" name="Google Shape;125;p23"/>
          <p:cNvSpPr txBox="1"/>
          <p:nvPr>
            <p:ph idx="4"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26" name="Google Shape;126;p23"/>
          <p:cNvSpPr txBox="1"/>
          <p:nvPr>
            <p:ph idx="1" type="body"/>
          </p:nvPr>
        </p:nvSpPr>
        <p:spPr>
          <a:xfrm>
            <a:off x="4629300" y="2636275"/>
            <a:ext cx="42276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27" name="Google Shape;127;p23"/>
          <p:cNvSpPr/>
          <p:nvPr/>
        </p:nvSpPr>
        <p:spPr>
          <a:xfrm rot="10800000">
            <a:off x="8020323" y="286810"/>
            <a:ext cx="836528" cy="83636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lt1"/>
              </a:solidFill>
              <a:latin typeface="Inter"/>
              <a:ea typeface="Inter"/>
              <a:cs typeface="Inter"/>
              <a:sym typeface="Inter"/>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4">
  <p:cSld name="BLANK_1_1_1_1_1_1_1_1_1_1_1_1_3">
    <p:bg>
      <p:bgPr>
        <a:solidFill>
          <a:schemeClr val="lt1"/>
        </a:solidFill>
      </p:bgPr>
    </p:bg>
    <p:spTree>
      <p:nvGrpSpPr>
        <p:cNvPr id="128" name="Shape 128"/>
        <p:cNvGrpSpPr/>
        <p:nvPr/>
      </p:nvGrpSpPr>
      <p:grpSpPr>
        <a:xfrm>
          <a:off x="0" y="0"/>
          <a:ext cx="0" cy="0"/>
          <a:chOff x="0" y="0"/>
          <a:chExt cx="0" cy="0"/>
        </a:xfrm>
      </p:grpSpPr>
      <p:sp>
        <p:nvSpPr>
          <p:cNvPr id="129" name="Google Shape;129;p24"/>
          <p:cNvSpPr/>
          <p:nvPr>
            <p:ph idx="2" type="pic"/>
          </p:nvPr>
        </p:nvSpPr>
        <p:spPr>
          <a:xfrm>
            <a:off x="4629750" y="0"/>
            <a:ext cx="4227000" cy="4683600"/>
          </a:xfrm>
          <a:prstGeom prst="roundRect">
            <a:avLst>
              <a:gd fmla="val 0" name="adj"/>
            </a:avLst>
          </a:prstGeom>
          <a:noFill/>
          <a:ln>
            <a:noFill/>
          </a:ln>
        </p:spPr>
      </p:sp>
      <p:sp>
        <p:nvSpPr>
          <p:cNvPr id="130" name="Google Shape;130;p24"/>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1" name="Google Shape;131;p24"/>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2" name="Google Shape;132;p24"/>
          <p:cNvSpPr txBox="1"/>
          <p:nvPr>
            <p:ph idx="1" type="body"/>
          </p:nvPr>
        </p:nvSpPr>
        <p:spPr>
          <a:xfrm>
            <a:off x="763175" y="2599225"/>
            <a:ext cx="37488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33" name="Google Shape;133;p24"/>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34" name="Google Shape;134;p24"/>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5">
  <p:cSld name="BLANK_1_1_1_1_1_1_1_1_1_1_1_1_3_1_1">
    <p:bg>
      <p:bgPr>
        <a:solidFill>
          <a:schemeClr val="lt1"/>
        </a:solidFill>
      </p:bgPr>
    </p:bg>
    <p:spTree>
      <p:nvGrpSpPr>
        <p:cNvPr id="135" name="Shape 135"/>
        <p:cNvGrpSpPr/>
        <p:nvPr/>
      </p:nvGrpSpPr>
      <p:grpSpPr>
        <a:xfrm>
          <a:off x="0" y="0"/>
          <a:ext cx="0" cy="0"/>
          <a:chOff x="0" y="0"/>
          <a:chExt cx="0" cy="0"/>
        </a:xfrm>
      </p:grpSpPr>
      <p:sp>
        <p:nvSpPr>
          <p:cNvPr id="136" name="Google Shape;136;p25"/>
          <p:cNvSpPr/>
          <p:nvPr>
            <p:ph idx="2" type="pic"/>
          </p:nvPr>
        </p:nvSpPr>
        <p:spPr>
          <a:xfrm>
            <a:off x="270275" y="3132475"/>
            <a:ext cx="2770500" cy="1551000"/>
          </a:xfrm>
          <a:prstGeom prst="roundRect">
            <a:avLst>
              <a:gd fmla="val 0" name="adj"/>
            </a:avLst>
          </a:prstGeom>
          <a:noFill/>
          <a:ln>
            <a:noFill/>
          </a:ln>
        </p:spPr>
      </p:sp>
      <p:sp>
        <p:nvSpPr>
          <p:cNvPr id="137" name="Google Shape;137;p2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38" name="Google Shape;138;p25"/>
          <p:cNvSpPr txBox="1"/>
          <p:nvPr>
            <p:ph type="title"/>
          </p:nvPr>
        </p:nvSpPr>
        <p:spPr>
          <a:xfrm>
            <a:off x="283850" y="285900"/>
            <a:ext cx="6400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39" name="Google Shape;139;p25"/>
          <p:cNvSpPr txBox="1"/>
          <p:nvPr>
            <p:ph idx="1" type="body"/>
          </p:nvPr>
        </p:nvSpPr>
        <p:spPr>
          <a:xfrm>
            <a:off x="6086325" y="2599225"/>
            <a:ext cx="2770500" cy="20844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0" name="Google Shape;140;p25"/>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1" name="Google Shape;141;p25"/>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42" name="Google Shape;142;p25"/>
          <p:cNvSpPr txBox="1"/>
          <p:nvPr>
            <p:ph idx="5" type="body"/>
          </p:nvPr>
        </p:nvSpPr>
        <p:spPr>
          <a:xfrm>
            <a:off x="3185700" y="2599225"/>
            <a:ext cx="2770500" cy="2084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 Alt 7">
  <p:cSld name="BLANK_1_1_1_1_1_1_1_1_1_1_1_1_2_1">
    <p:bg>
      <p:bgPr>
        <a:solidFill>
          <a:schemeClr val="lt1"/>
        </a:solidFill>
      </p:bgPr>
    </p:bg>
    <p:spTree>
      <p:nvGrpSpPr>
        <p:cNvPr id="143" name="Shape 143"/>
        <p:cNvGrpSpPr/>
        <p:nvPr/>
      </p:nvGrpSpPr>
      <p:grpSpPr>
        <a:xfrm>
          <a:off x="0" y="0"/>
          <a:ext cx="0" cy="0"/>
          <a:chOff x="0" y="0"/>
          <a:chExt cx="0" cy="0"/>
        </a:xfrm>
      </p:grpSpPr>
      <p:sp>
        <p:nvSpPr>
          <p:cNvPr id="144" name="Google Shape;144;p26"/>
          <p:cNvSpPr txBox="1"/>
          <p:nvPr>
            <p:ph type="title"/>
          </p:nvPr>
        </p:nvSpPr>
        <p:spPr>
          <a:xfrm>
            <a:off x="4782150" y="285900"/>
            <a:ext cx="40749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45" name="Google Shape;145;p26"/>
          <p:cNvSpPr txBox="1"/>
          <p:nvPr>
            <p:ph idx="1" type="body"/>
          </p:nvPr>
        </p:nvSpPr>
        <p:spPr>
          <a:xfrm>
            <a:off x="6086325" y="2636275"/>
            <a:ext cx="2770800" cy="2047200"/>
          </a:xfrm>
          <a:prstGeom prst="rect">
            <a:avLst/>
          </a:prstGeom>
        </p:spPr>
        <p:txBody>
          <a:bodyPr anchorCtr="0" anchor="t" bIns="0" lIns="0" spcFirstLastPara="1" rIns="0" wrap="square" tIns="0">
            <a:noAutofit/>
          </a:bodyPr>
          <a:lstStyle>
            <a:lvl1pPr indent="-292100" lvl="0" marL="457200">
              <a:lnSpc>
                <a:spcPct val="100000"/>
              </a:lnSpc>
              <a:spcBef>
                <a:spcPts val="0"/>
              </a:spcBef>
              <a:spcAft>
                <a:spcPts val="0"/>
              </a:spcAft>
              <a:buClr>
                <a:schemeClr val="dk1"/>
              </a:buClr>
              <a:buSzPts val="1000"/>
              <a:buChar char="●"/>
              <a:defRPr sz="1000">
                <a:solidFill>
                  <a:schemeClr val="dk1"/>
                </a:solidFill>
              </a:defRPr>
            </a:lvl1pPr>
            <a:lvl2pPr indent="-292100" lvl="1" marL="914400">
              <a:lnSpc>
                <a:spcPct val="100000"/>
              </a:lnSpc>
              <a:spcBef>
                <a:spcPts val="0"/>
              </a:spcBef>
              <a:spcAft>
                <a:spcPts val="0"/>
              </a:spcAft>
              <a:buClr>
                <a:schemeClr val="dk1"/>
              </a:buClr>
              <a:buSzPts val="1000"/>
              <a:buChar char="○"/>
              <a:defRPr sz="1000">
                <a:solidFill>
                  <a:schemeClr val="dk1"/>
                </a:solidFill>
              </a:defRPr>
            </a:lvl2pPr>
            <a:lvl3pPr indent="-292100" lvl="2" marL="1371600">
              <a:lnSpc>
                <a:spcPct val="100000"/>
              </a:lnSpc>
              <a:spcBef>
                <a:spcPts val="0"/>
              </a:spcBef>
              <a:spcAft>
                <a:spcPts val="0"/>
              </a:spcAft>
              <a:buClr>
                <a:schemeClr val="dk1"/>
              </a:buClr>
              <a:buSzPts val="1000"/>
              <a:buChar char="■"/>
              <a:defRPr sz="1000">
                <a:solidFill>
                  <a:schemeClr val="dk1"/>
                </a:solidFill>
              </a:defRPr>
            </a:lvl3pPr>
            <a:lvl4pPr indent="-292100" lvl="3" marL="1828800">
              <a:lnSpc>
                <a:spcPct val="100000"/>
              </a:lnSpc>
              <a:spcBef>
                <a:spcPts val="0"/>
              </a:spcBef>
              <a:spcAft>
                <a:spcPts val="0"/>
              </a:spcAft>
              <a:buClr>
                <a:schemeClr val="dk1"/>
              </a:buClr>
              <a:buSzPts val="1000"/>
              <a:buChar char="●"/>
              <a:defRPr sz="1000">
                <a:solidFill>
                  <a:schemeClr val="dk1"/>
                </a:solidFill>
              </a:defRPr>
            </a:lvl4pPr>
            <a:lvl5pPr indent="-292100" lvl="4" marL="2286000">
              <a:lnSpc>
                <a:spcPct val="100000"/>
              </a:lnSpc>
              <a:spcBef>
                <a:spcPts val="0"/>
              </a:spcBef>
              <a:spcAft>
                <a:spcPts val="0"/>
              </a:spcAft>
              <a:buClr>
                <a:schemeClr val="dk1"/>
              </a:buClr>
              <a:buSzPts val="1000"/>
              <a:buChar char="○"/>
              <a:defRPr sz="1000">
                <a:solidFill>
                  <a:schemeClr val="dk1"/>
                </a:solidFill>
              </a:defRPr>
            </a:lvl5pPr>
            <a:lvl6pPr indent="-292100" lvl="5" marL="2743200">
              <a:lnSpc>
                <a:spcPct val="100000"/>
              </a:lnSpc>
              <a:spcBef>
                <a:spcPts val="0"/>
              </a:spcBef>
              <a:spcAft>
                <a:spcPts val="0"/>
              </a:spcAft>
              <a:buClr>
                <a:schemeClr val="dk1"/>
              </a:buClr>
              <a:buSzPts val="1000"/>
              <a:buChar char="■"/>
              <a:defRPr sz="1000">
                <a:solidFill>
                  <a:schemeClr val="dk1"/>
                </a:solidFill>
              </a:defRPr>
            </a:lvl6pPr>
            <a:lvl7pPr indent="-292100" lvl="6" marL="3200400">
              <a:lnSpc>
                <a:spcPct val="100000"/>
              </a:lnSpc>
              <a:spcBef>
                <a:spcPts val="0"/>
              </a:spcBef>
              <a:spcAft>
                <a:spcPts val="0"/>
              </a:spcAft>
              <a:buClr>
                <a:schemeClr val="dk1"/>
              </a:buClr>
              <a:buSzPts val="1000"/>
              <a:buChar char="●"/>
              <a:defRPr sz="1000">
                <a:solidFill>
                  <a:schemeClr val="dk1"/>
                </a:solidFill>
              </a:defRPr>
            </a:lvl7pPr>
            <a:lvl8pPr indent="-292100" lvl="7" marL="3657600">
              <a:lnSpc>
                <a:spcPct val="100000"/>
              </a:lnSpc>
              <a:spcBef>
                <a:spcPts val="0"/>
              </a:spcBef>
              <a:spcAft>
                <a:spcPts val="0"/>
              </a:spcAft>
              <a:buClr>
                <a:schemeClr val="dk1"/>
              </a:buClr>
              <a:buSzPts val="1000"/>
              <a:buChar char="○"/>
              <a:defRPr sz="1000">
                <a:solidFill>
                  <a:schemeClr val="dk1"/>
                </a:solidFill>
              </a:defRPr>
            </a:lvl8pPr>
            <a:lvl9pPr indent="-292100" lvl="8" marL="4114800">
              <a:lnSpc>
                <a:spcPct val="100000"/>
              </a:lnSpc>
              <a:spcBef>
                <a:spcPts val="0"/>
              </a:spcBef>
              <a:spcAft>
                <a:spcPts val="0"/>
              </a:spcAft>
              <a:buClr>
                <a:schemeClr val="dk1"/>
              </a:buClr>
              <a:buSzPts val="1000"/>
              <a:buChar char="■"/>
              <a:defRPr sz="1000">
                <a:solidFill>
                  <a:schemeClr val="dk1"/>
                </a:solidFill>
              </a:defRPr>
            </a:lvl9pPr>
          </a:lstStyle>
          <a:p/>
        </p:txBody>
      </p:sp>
      <p:sp>
        <p:nvSpPr>
          <p:cNvPr id="146" name="Google Shape;146;p26"/>
          <p:cNvSpPr txBox="1"/>
          <p:nvPr>
            <p:ph idx="2" type="body"/>
          </p:nvPr>
        </p:nvSpPr>
        <p:spPr>
          <a:xfrm>
            <a:off x="4782375" y="2636275"/>
            <a:ext cx="1175700" cy="204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47" name="Google Shape;147;p26"/>
          <p:cNvSpPr/>
          <p:nvPr>
            <p:ph idx="3" type="pic"/>
          </p:nvPr>
        </p:nvSpPr>
        <p:spPr>
          <a:xfrm>
            <a:off x="283850" y="0"/>
            <a:ext cx="4227000" cy="4683600"/>
          </a:xfrm>
          <a:prstGeom prst="roundRect">
            <a:avLst>
              <a:gd fmla="val 0" name="adj"/>
            </a:avLst>
          </a:prstGeom>
          <a:noFill/>
          <a:ln>
            <a:noFill/>
          </a:ln>
        </p:spPr>
      </p:sp>
      <p:sp>
        <p:nvSpPr>
          <p:cNvPr id="148" name="Google Shape;148;p26"/>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49" name="Google Shape;149;p26"/>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0" name="Google Shape;150;p26"/>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Alt 2">
  <p:cSld name="BLANK_1_1_1_1_1_1_1_1_1_1_1_1_3_1_2">
    <p:bg>
      <p:bgPr>
        <a:solidFill>
          <a:schemeClr val="lt1"/>
        </a:solidFill>
      </p:bgPr>
    </p:bg>
    <p:spTree>
      <p:nvGrpSpPr>
        <p:cNvPr id="151" name="Shape 151"/>
        <p:cNvGrpSpPr/>
        <p:nvPr/>
      </p:nvGrpSpPr>
      <p:grpSpPr>
        <a:xfrm>
          <a:off x="0" y="0"/>
          <a:ext cx="0" cy="0"/>
          <a:chOff x="0" y="0"/>
          <a:chExt cx="0" cy="0"/>
        </a:xfrm>
      </p:grpSpPr>
      <p:sp>
        <p:nvSpPr>
          <p:cNvPr id="152" name="Google Shape;152;p2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53" name="Google Shape;153;p27"/>
          <p:cNvSpPr txBox="1"/>
          <p:nvPr>
            <p:ph type="title"/>
          </p:nvPr>
        </p:nvSpPr>
        <p:spPr>
          <a:xfrm>
            <a:off x="283850" y="285900"/>
            <a:ext cx="4227300" cy="7515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54" name="Google Shape;154;p2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5" name="Google Shape;155;p2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56" name="Google Shape;156;p27"/>
          <p:cNvSpPr txBox="1"/>
          <p:nvPr>
            <p:ph idx="1" type="body"/>
          </p:nvPr>
        </p:nvSpPr>
        <p:spPr>
          <a:xfrm>
            <a:off x="4632000" y="285900"/>
            <a:ext cx="4227300" cy="11547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57" name="Google Shape;157;p27"/>
          <p:cNvSpPr txBox="1"/>
          <p:nvPr>
            <p:ph idx="4" type="subTitle"/>
          </p:nvPr>
        </p:nvSpPr>
        <p:spPr>
          <a:xfrm>
            <a:off x="28862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58" name="Google Shape;158;p27"/>
          <p:cNvSpPr txBox="1"/>
          <p:nvPr>
            <p:ph idx="5" type="body"/>
          </p:nvPr>
        </p:nvSpPr>
        <p:spPr>
          <a:xfrm>
            <a:off x="288625" y="2891825"/>
            <a:ext cx="2050800" cy="1507200"/>
          </a:xfrm>
          <a:prstGeom prst="rect">
            <a:avLst/>
          </a:prstGeom>
        </p:spPr>
        <p:txBody>
          <a:bodyPr anchorCtr="0" anchor="t" bIns="0" lIns="0" spcFirstLastPara="1" rIns="0" wrap="square" tIns="0">
            <a:spAutoFit/>
          </a:bodyPr>
          <a:lstStyle>
            <a:lvl1pPr indent="-292100" lvl="0" marL="457200">
              <a:spcBef>
                <a:spcPts val="0"/>
              </a:spcBef>
              <a:spcAft>
                <a:spcPts val="0"/>
              </a:spcAft>
              <a:buClr>
                <a:schemeClr val="dk1"/>
              </a:buClr>
              <a:buSzPts val="1000"/>
              <a:buChar char="●"/>
              <a:defRPr sz="1000">
                <a:solidFill>
                  <a:schemeClr val="dk1"/>
                </a:solidFill>
              </a:defRPr>
            </a:lvl1pPr>
            <a:lvl2pPr indent="-292100" lvl="1" marL="914400">
              <a:spcBef>
                <a:spcPts val="0"/>
              </a:spcBef>
              <a:spcAft>
                <a:spcPts val="0"/>
              </a:spcAft>
              <a:buClr>
                <a:schemeClr val="dk1"/>
              </a:buClr>
              <a:buSzPts val="1000"/>
              <a:buChar char="○"/>
              <a:defRPr sz="1000">
                <a:solidFill>
                  <a:schemeClr val="dk1"/>
                </a:solidFill>
              </a:defRPr>
            </a:lvl2pPr>
            <a:lvl3pPr indent="-292100" lvl="2" marL="1371600">
              <a:spcBef>
                <a:spcPts val="0"/>
              </a:spcBef>
              <a:spcAft>
                <a:spcPts val="0"/>
              </a:spcAft>
              <a:buClr>
                <a:schemeClr val="dk1"/>
              </a:buClr>
              <a:buSzPts val="1000"/>
              <a:buChar char="■"/>
              <a:defRPr sz="1000">
                <a:solidFill>
                  <a:schemeClr val="dk1"/>
                </a:solidFill>
              </a:defRPr>
            </a:lvl3pPr>
            <a:lvl4pPr indent="-292100" lvl="3" marL="1828800">
              <a:spcBef>
                <a:spcPts val="0"/>
              </a:spcBef>
              <a:spcAft>
                <a:spcPts val="0"/>
              </a:spcAft>
              <a:buClr>
                <a:schemeClr val="dk1"/>
              </a:buClr>
              <a:buSzPts val="1000"/>
              <a:buChar char="●"/>
              <a:defRPr sz="1000">
                <a:solidFill>
                  <a:schemeClr val="dk1"/>
                </a:solidFill>
              </a:defRPr>
            </a:lvl4pPr>
            <a:lvl5pPr indent="-292100" lvl="4" marL="2286000">
              <a:spcBef>
                <a:spcPts val="0"/>
              </a:spcBef>
              <a:spcAft>
                <a:spcPts val="0"/>
              </a:spcAft>
              <a:buClr>
                <a:schemeClr val="dk1"/>
              </a:buClr>
              <a:buSzPts val="1000"/>
              <a:buChar char="○"/>
              <a:defRPr sz="1000">
                <a:solidFill>
                  <a:schemeClr val="dk1"/>
                </a:solidFill>
              </a:defRPr>
            </a:lvl5pPr>
            <a:lvl6pPr indent="-292100" lvl="5" marL="2743200">
              <a:spcBef>
                <a:spcPts val="0"/>
              </a:spcBef>
              <a:spcAft>
                <a:spcPts val="0"/>
              </a:spcAft>
              <a:buClr>
                <a:schemeClr val="dk1"/>
              </a:buClr>
              <a:buSzPts val="1000"/>
              <a:buChar char="■"/>
              <a:defRPr sz="1000">
                <a:solidFill>
                  <a:schemeClr val="dk1"/>
                </a:solidFill>
              </a:defRPr>
            </a:lvl6pPr>
            <a:lvl7pPr indent="-292100" lvl="6" marL="3200400">
              <a:spcBef>
                <a:spcPts val="0"/>
              </a:spcBef>
              <a:spcAft>
                <a:spcPts val="0"/>
              </a:spcAft>
              <a:buClr>
                <a:schemeClr val="dk1"/>
              </a:buClr>
              <a:buSzPts val="1000"/>
              <a:buChar char="●"/>
              <a:defRPr sz="1000">
                <a:solidFill>
                  <a:schemeClr val="dk1"/>
                </a:solidFill>
              </a:defRPr>
            </a:lvl7pPr>
            <a:lvl8pPr indent="-292100" lvl="7" marL="3657600">
              <a:spcBef>
                <a:spcPts val="0"/>
              </a:spcBef>
              <a:spcAft>
                <a:spcPts val="0"/>
              </a:spcAft>
              <a:buClr>
                <a:schemeClr val="dk1"/>
              </a:buClr>
              <a:buSzPts val="1000"/>
              <a:buChar char="○"/>
              <a:defRPr sz="1000">
                <a:solidFill>
                  <a:schemeClr val="dk1"/>
                </a:solidFill>
              </a:defRPr>
            </a:lvl8pPr>
            <a:lvl9pPr indent="-292100" lvl="8" marL="4114800">
              <a:spcBef>
                <a:spcPts val="0"/>
              </a:spcBef>
              <a:spcAft>
                <a:spcPts val="0"/>
              </a:spcAft>
              <a:buClr>
                <a:schemeClr val="dk1"/>
              </a:buClr>
              <a:buSzPts val="1000"/>
              <a:buChar char="■"/>
              <a:defRPr sz="1000">
                <a:solidFill>
                  <a:schemeClr val="dk1"/>
                </a:solidFill>
              </a:defRPr>
            </a:lvl9pPr>
          </a:lstStyle>
          <a:p/>
        </p:txBody>
      </p:sp>
      <p:sp>
        <p:nvSpPr>
          <p:cNvPr id="159" name="Google Shape;159;p27"/>
          <p:cNvSpPr txBox="1"/>
          <p:nvPr>
            <p:ph idx="6" type="subTitle"/>
          </p:nvPr>
        </p:nvSpPr>
        <p:spPr>
          <a:xfrm>
            <a:off x="245670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0" name="Google Shape;160;p27"/>
          <p:cNvSpPr txBox="1"/>
          <p:nvPr>
            <p:ph idx="7" type="body"/>
          </p:nvPr>
        </p:nvSpPr>
        <p:spPr>
          <a:xfrm>
            <a:off x="245670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1" name="Google Shape;161;p27"/>
          <p:cNvSpPr txBox="1"/>
          <p:nvPr>
            <p:ph idx="8" type="subTitle"/>
          </p:nvPr>
        </p:nvSpPr>
        <p:spPr>
          <a:xfrm>
            <a:off x="4629375"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2" name="Google Shape;162;p27"/>
          <p:cNvSpPr txBox="1"/>
          <p:nvPr>
            <p:ph idx="9" type="body"/>
          </p:nvPr>
        </p:nvSpPr>
        <p:spPr>
          <a:xfrm>
            <a:off x="4629375"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63" name="Google Shape;163;p27"/>
          <p:cNvSpPr txBox="1"/>
          <p:nvPr>
            <p:ph idx="13" type="subTitle"/>
          </p:nvPr>
        </p:nvSpPr>
        <p:spPr>
          <a:xfrm>
            <a:off x="6802050" y="1922875"/>
            <a:ext cx="2050800" cy="537600"/>
          </a:xfrm>
          <a:prstGeom prst="rect">
            <a:avLst/>
          </a:prstGeom>
        </p:spPr>
        <p:txBody>
          <a:bodyPr anchorCtr="0" anchor="b" bIns="0" lIns="0" spcFirstLastPara="1" rIns="0" wrap="square" tIns="0">
            <a:noAutofit/>
          </a:bodyPr>
          <a:lstStyle>
            <a:lvl1pPr lvl="0">
              <a:lnSpc>
                <a:spcPct val="70000"/>
              </a:lnSpc>
              <a:spcBef>
                <a:spcPts val="0"/>
              </a:spcBef>
              <a:spcAft>
                <a:spcPts val="0"/>
              </a:spcAft>
              <a:buNone/>
              <a:defRPr sz="3600">
                <a:solidFill>
                  <a:schemeClr val="dk1"/>
                </a:solidFill>
              </a:defRPr>
            </a:lvl1pPr>
            <a:lvl2pPr lvl="1">
              <a:spcBef>
                <a:spcPts val="0"/>
              </a:spcBef>
              <a:spcAft>
                <a:spcPts val="0"/>
              </a:spcAft>
              <a:buClr>
                <a:schemeClr val="dk1"/>
              </a:buClr>
              <a:buSzPts val="1400"/>
              <a:buFont typeface="Inter"/>
              <a:buNone/>
              <a:defRPr>
                <a:solidFill>
                  <a:schemeClr val="dk1"/>
                </a:solidFill>
                <a:latin typeface="Inter"/>
                <a:ea typeface="Inter"/>
                <a:cs typeface="Inter"/>
                <a:sym typeface="Inter"/>
              </a:defRPr>
            </a:lvl2pPr>
            <a:lvl3pPr lvl="2">
              <a:spcBef>
                <a:spcPts val="0"/>
              </a:spcBef>
              <a:spcAft>
                <a:spcPts val="0"/>
              </a:spcAft>
              <a:buClr>
                <a:schemeClr val="dk1"/>
              </a:buClr>
              <a:buSzPts val="1400"/>
              <a:buFont typeface="Inter"/>
              <a:buNone/>
              <a:defRPr>
                <a:solidFill>
                  <a:schemeClr val="dk1"/>
                </a:solidFill>
                <a:latin typeface="Inter"/>
                <a:ea typeface="Inter"/>
                <a:cs typeface="Inter"/>
                <a:sym typeface="Inter"/>
              </a:defRPr>
            </a:lvl3pPr>
            <a:lvl4pPr lvl="3">
              <a:spcBef>
                <a:spcPts val="0"/>
              </a:spcBef>
              <a:spcAft>
                <a:spcPts val="0"/>
              </a:spcAft>
              <a:buClr>
                <a:schemeClr val="dk1"/>
              </a:buClr>
              <a:buSzPts val="1400"/>
              <a:buFont typeface="Inter"/>
              <a:buNone/>
              <a:defRPr>
                <a:solidFill>
                  <a:schemeClr val="dk1"/>
                </a:solidFill>
                <a:latin typeface="Inter"/>
                <a:ea typeface="Inter"/>
                <a:cs typeface="Inter"/>
                <a:sym typeface="Inter"/>
              </a:defRPr>
            </a:lvl4pPr>
            <a:lvl5pPr lvl="4">
              <a:spcBef>
                <a:spcPts val="0"/>
              </a:spcBef>
              <a:spcAft>
                <a:spcPts val="0"/>
              </a:spcAft>
              <a:buClr>
                <a:schemeClr val="dk1"/>
              </a:buClr>
              <a:buSzPts val="1400"/>
              <a:buFont typeface="Inter"/>
              <a:buNone/>
              <a:defRPr>
                <a:solidFill>
                  <a:schemeClr val="dk1"/>
                </a:solidFill>
                <a:latin typeface="Inter"/>
                <a:ea typeface="Inter"/>
                <a:cs typeface="Inter"/>
                <a:sym typeface="Inter"/>
              </a:defRPr>
            </a:lvl5pPr>
            <a:lvl6pPr lvl="5">
              <a:spcBef>
                <a:spcPts val="0"/>
              </a:spcBef>
              <a:spcAft>
                <a:spcPts val="0"/>
              </a:spcAft>
              <a:buClr>
                <a:schemeClr val="dk1"/>
              </a:buClr>
              <a:buSzPts val="1400"/>
              <a:buFont typeface="Inter"/>
              <a:buNone/>
              <a:defRPr>
                <a:solidFill>
                  <a:schemeClr val="dk1"/>
                </a:solidFill>
                <a:latin typeface="Inter"/>
                <a:ea typeface="Inter"/>
                <a:cs typeface="Inter"/>
                <a:sym typeface="Inter"/>
              </a:defRPr>
            </a:lvl6pPr>
            <a:lvl7pPr lvl="6">
              <a:spcBef>
                <a:spcPts val="0"/>
              </a:spcBef>
              <a:spcAft>
                <a:spcPts val="0"/>
              </a:spcAft>
              <a:buClr>
                <a:schemeClr val="dk1"/>
              </a:buClr>
              <a:buSzPts val="1400"/>
              <a:buFont typeface="Inter"/>
              <a:buNone/>
              <a:defRPr>
                <a:solidFill>
                  <a:schemeClr val="dk1"/>
                </a:solidFill>
                <a:latin typeface="Inter"/>
                <a:ea typeface="Inter"/>
                <a:cs typeface="Inter"/>
                <a:sym typeface="Inter"/>
              </a:defRPr>
            </a:lvl7pPr>
            <a:lvl8pPr lvl="7">
              <a:spcBef>
                <a:spcPts val="0"/>
              </a:spcBef>
              <a:spcAft>
                <a:spcPts val="0"/>
              </a:spcAft>
              <a:buClr>
                <a:schemeClr val="dk1"/>
              </a:buClr>
              <a:buSzPts val="1400"/>
              <a:buFont typeface="Inter"/>
              <a:buNone/>
              <a:defRPr>
                <a:solidFill>
                  <a:schemeClr val="dk1"/>
                </a:solidFill>
                <a:latin typeface="Inter"/>
                <a:ea typeface="Inter"/>
                <a:cs typeface="Inter"/>
                <a:sym typeface="Inter"/>
              </a:defRPr>
            </a:lvl8pPr>
            <a:lvl9pPr lvl="8">
              <a:spcBef>
                <a:spcPts val="0"/>
              </a:spcBef>
              <a:spcAft>
                <a:spcPts val="0"/>
              </a:spcAft>
              <a:buClr>
                <a:schemeClr val="dk1"/>
              </a:buClr>
              <a:buSzPts val="1400"/>
              <a:buFont typeface="Inter"/>
              <a:buNone/>
              <a:defRPr>
                <a:solidFill>
                  <a:schemeClr val="dk1"/>
                </a:solidFill>
                <a:latin typeface="Inter"/>
                <a:ea typeface="Inter"/>
                <a:cs typeface="Inter"/>
                <a:sym typeface="Inter"/>
              </a:defRPr>
            </a:lvl9pPr>
          </a:lstStyle>
          <a:p/>
        </p:txBody>
      </p:sp>
      <p:sp>
        <p:nvSpPr>
          <p:cNvPr id="164" name="Google Shape;164;p27"/>
          <p:cNvSpPr txBox="1"/>
          <p:nvPr>
            <p:ph idx="14" type="body"/>
          </p:nvPr>
        </p:nvSpPr>
        <p:spPr>
          <a:xfrm>
            <a:off x="6802050" y="2891825"/>
            <a:ext cx="2050800" cy="15072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5">
  <p:cSld name="BLANK_1_1_1_1_1_1_1_1_1_1_1_1_1_2_1_2_1">
    <p:bg>
      <p:bgPr>
        <a:solidFill>
          <a:schemeClr val="lt1"/>
        </a:solidFill>
      </p:bgPr>
    </p:bg>
    <p:spTree>
      <p:nvGrpSpPr>
        <p:cNvPr id="165" name="Shape 165"/>
        <p:cNvGrpSpPr/>
        <p:nvPr/>
      </p:nvGrpSpPr>
      <p:grpSpPr>
        <a:xfrm>
          <a:off x="0" y="0"/>
          <a:ext cx="0" cy="0"/>
          <a:chOff x="0" y="0"/>
          <a:chExt cx="0" cy="0"/>
        </a:xfrm>
      </p:grpSpPr>
      <p:sp>
        <p:nvSpPr>
          <p:cNvPr id="166" name="Google Shape;166;p28"/>
          <p:cNvSpPr txBox="1"/>
          <p:nvPr>
            <p:ph idx="1" type="subTitle"/>
          </p:nvPr>
        </p:nvSpPr>
        <p:spPr>
          <a:xfrm>
            <a:off x="288625" y="2636275"/>
            <a:ext cx="1005000" cy="972000"/>
          </a:xfrm>
          <a:prstGeom prst="rect">
            <a:avLst/>
          </a:prstGeom>
        </p:spPr>
        <p:txBody>
          <a:bodyPr anchorCtr="0" anchor="t"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7" name="Google Shape;167;p28"/>
          <p:cNvSpPr txBox="1"/>
          <p:nvPr>
            <p:ph idx="2" type="subTitle"/>
          </p:nvPr>
        </p:nvSpPr>
        <p:spPr>
          <a:xfrm>
            <a:off x="288625"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8" name="Google Shape;168;p28"/>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69" name="Google Shape;169;p28"/>
          <p:cNvSpPr txBox="1"/>
          <p:nvPr>
            <p:ph idx="4" type="body"/>
          </p:nvPr>
        </p:nvSpPr>
        <p:spPr>
          <a:xfrm>
            <a:off x="6091950" y="2635425"/>
            <a:ext cx="2764800" cy="972000"/>
          </a:xfrm>
          <a:prstGeom prst="rect">
            <a:avLst/>
          </a:prstGeom>
        </p:spPr>
        <p:txBody>
          <a:bodyPr anchorCtr="0" anchor="ctr" bIns="0" lIns="0" spcFirstLastPara="1" rIns="0" wrap="square" tIns="0">
            <a:no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
        <p:nvSpPr>
          <p:cNvPr id="170" name="Google Shape;170;p28"/>
          <p:cNvSpPr txBox="1"/>
          <p:nvPr>
            <p:ph idx="5"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1" name="Google Shape;171;p28"/>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72" name="Google Shape;172;p28"/>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73" name="Google Shape;173;p28"/>
          <p:cNvSpPr txBox="1"/>
          <p:nvPr>
            <p:ph idx="6"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174" name="Google Shape;174;p28"/>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5" name="Google Shape;175;p28"/>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76" name="Google Shape;176;p28"/>
          <p:cNvSpPr txBox="1"/>
          <p:nvPr>
            <p:ph idx="9" type="subTitle"/>
          </p:nvPr>
        </p:nvSpPr>
        <p:spPr>
          <a:xfrm>
            <a:off x="1648600" y="2636275"/>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4"/>
              </a:buClr>
              <a:buSzPts val="3600"/>
              <a:buFont typeface="Inter"/>
              <a:buNone/>
              <a:defRPr sz="3600">
                <a:solidFill>
                  <a:schemeClr val="accent4"/>
                </a:solidFill>
              </a:defRPr>
            </a:lvl1pPr>
            <a:lvl2pPr lvl="1">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2pPr>
            <a:lvl3pPr lvl="2">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3pPr>
            <a:lvl4pPr lvl="3">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4pPr>
            <a:lvl5pPr lvl="4">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5pPr>
            <a:lvl6pPr lvl="5">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6pPr>
            <a:lvl7pPr lvl="6">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7pPr>
            <a:lvl8pPr lvl="7">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8pPr>
            <a:lvl9pPr lvl="8">
              <a:spcBef>
                <a:spcPts val="0"/>
              </a:spcBef>
              <a:spcAft>
                <a:spcPts val="0"/>
              </a:spcAft>
              <a:buClr>
                <a:schemeClr val="accent4"/>
              </a:buClr>
              <a:buSzPts val="3600"/>
              <a:buFont typeface="Inter"/>
              <a:buNone/>
              <a:defRPr sz="3600">
                <a:solidFill>
                  <a:schemeClr val="accent4"/>
                </a:solidFill>
                <a:latin typeface="Inter"/>
                <a:ea typeface="Inter"/>
                <a:cs typeface="Inter"/>
                <a:sym typeface="Inter"/>
              </a:defRPr>
            </a:lvl9pPr>
          </a:lstStyle>
          <a:p/>
        </p:txBody>
      </p:sp>
      <p:sp>
        <p:nvSpPr>
          <p:cNvPr id="177" name="Google Shape;177;p28"/>
          <p:cNvSpPr txBox="1"/>
          <p:nvPr>
            <p:ph idx="13" type="subTitle"/>
          </p:nvPr>
        </p:nvSpPr>
        <p:spPr>
          <a:xfrm>
            <a:off x="1648600" y="1552438"/>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1"/>
              </a:buClr>
              <a:buSzPts val="3600"/>
              <a:buFont typeface="Inter"/>
              <a:buNone/>
              <a:defRPr sz="3600">
                <a:solidFill>
                  <a:schemeClr val="accent1"/>
                </a:solidFill>
              </a:defRPr>
            </a:lvl1pPr>
            <a:lvl2pPr lvl="1">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2pPr>
            <a:lvl3pPr lvl="2">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3pPr>
            <a:lvl4pPr lvl="3">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4pPr>
            <a:lvl5pPr lvl="4">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5pPr>
            <a:lvl6pPr lvl="5">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6pPr>
            <a:lvl7pPr lvl="6">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7pPr>
            <a:lvl8pPr lvl="7">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8pPr>
            <a:lvl9pPr lvl="8">
              <a:spcBef>
                <a:spcPts val="0"/>
              </a:spcBef>
              <a:spcAft>
                <a:spcPts val="0"/>
              </a:spcAft>
              <a:buClr>
                <a:schemeClr val="accent1"/>
              </a:buClr>
              <a:buSzPts val="3600"/>
              <a:buFont typeface="Inter"/>
              <a:buNone/>
              <a:defRPr sz="3600">
                <a:solidFill>
                  <a:schemeClr val="accent1"/>
                </a:solidFill>
                <a:latin typeface="Inter"/>
                <a:ea typeface="Inter"/>
                <a:cs typeface="Inter"/>
                <a:sym typeface="Inter"/>
              </a:defRPr>
            </a:lvl9pPr>
          </a:lstStyle>
          <a:p/>
        </p:txBody>
      </p:sp>
      <p:sp>
        <p:nvSpPr>
          <p:cNvPr id="178" name="Google Shape;178;p28"/>
          <p:cNvSpPr txBox="1"/>
          <p:nvPr>
            <p:ph idx="14" type="subTitle"/>
          </p:nvPr>
        </p:nvSpPr>
        <p:spPr>
          <a:xfrm>
            <a:off x="1648600" y="3707613"/>
            <a:ext cx="4095900" cy="972000"/>
          </a:xfrm>
          <a:prstGeom prst="rect">
            <a:avLst/>
          </a:prstGeom>
        </p:spPr>
        <p:txBody>
          <a:bodyPr anchorCtr="0" anchor="ctr" bIns="0" lIns="0" spcFirstLastPara="1" rIns="0" wrap="square" tIns="0">
            <a:normAutofit/>
          </a:bodyPr>
          <a:lstStyle>
            <a:lvl1pPr lvl="0">
              <a:spcBef>
                <a:spcPts val="0"/>
              </a:spcBef>
              <a:spcAft>
                <a:spcPts val="0"/>
              </a:spcAft>
              <a:buClr>
                <a:schemeClr val="accent5"/>
              </a:buClr>
              <a:buSzPts val="3600"/>
              <a:buFont typeface="Inter"/>
              <a:buNone/>
              <a:defRPr sz="3600">
                <a:solidFill>
                  <a:schemeClr val="accent5"/>
                </a:solidFill>
              </a:defRPr>
            </a:lvl1pPr>
            <a:lvl2pPr lvl="1">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2pPr>
            <a:lvl3pPr lvl="2">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3pPr>
            <a:lvl4pPr lvl="3">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4pPr>
            <a:lvl5pPr lvl="4">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5pPr>
            <a:lvl6pPr lvl="5">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6pPr>
            <a:lvl7pPr lvl="6">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7pPr>
            <a:lvl8pPr lvl="7">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8pPr>
            <a:lvl9pPr lvl="8">
              <a:spcBef>
                <a:spcPts val="0"/>
              </a:spcBef>
              <a:spcAft>
                <a:spcPts val="0"/>
              </a:spcAft>
              <a:buClr>
                <a:schemeClr val="accent5"/>
              </a:buClr>
              <a:buSzPts val="3600"/>
              <a:buFont typeface="Inter"/>
              <a:buNone/>
              <a:defRPr sz="3600">
                <a:solidFill>
                  <a:schemeClr val="accent5"/>
                </a:solidFill>
                <a:latin typeface="Inter"/>
                <a:ea typeface="Inter"/>
                <a:cs typeface="Inter"/>
                <a:sym typeface="Inter"/>
              </a:defRPr>
            </a:lvl9pPr>
          </a:lstStyle>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6">
  <p:cSld name="BLANK_1_1_1_1_1_1_1_1_1_1_1_1_1_2_1_2_1_1">
    <p:bg>
      <p:bgPr>
        <a:solidFill>
          <a:schemeClr val="lt1"/>
        </a:solidFill>
      </p:bgPr>
    </p:bg>
    <p:spTree>
      <p:nvGrpSpPr>
        <p:cNvPr id="179" name="Shape 179"/>
        <p:cNvGrpSpPr/>
        <p:nvPr/>
      </p:nvGrpSpPr>
      <p:grpSpPr>
        <a:xfrm>
          <a:off x="0" y="0"/>
          <a:ext cx="0" cy="0"/>
          <a:chOff x="0" y="0"/>
          <a:chExt cx="0" cy="0"/>
        </a:xfrm>
      </p:grpSpPr>
      <p:sp>
        <p:nvSpPr>
          <p:cNvPr id="180" name="Google Shape;180;p29"/>
          <p:cNvSpPr txBox="1"/>
          <p:nvPr>
            <p:ph idx="1" type="subTitle"/>
          </p:nvPr>
        </p:nvSpPr>
        <p:spPr>
          <a:xfrm>
            <a:off x="3185700" y="37169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1" name="Google Shape;181;p29"/>
          <p:cNvSpPr txBox="1"/>
          <p:nvPr>
            <p:ph idx="2" type="subTitle"/>
          </p:nvPr>
        </p:nvSpPr>
        <p:spPr>
          <a:xfrm>
            <a:off x="1736388" y="26362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2" name="Google Shape;182;p29"/>
          <p:cNvSpPr txBox="1"/>
          <p:nvPr>
            <p:ph idx="3" type="subTitle"/>
          </p:nvPr>
        </p:nvSpPr>
        <p:spPr>
          <a:xfrm>
            <a:off x="288625" y="1555575"/>
            <a:ext cx="1005000" cy="972000"/>
          </a:xfrm>
          <a:prstGeom prst="rect">
            <a:avLst/>
          </a:prstGeom>
        </p:spPr>
        <p:txBody>
          <a:bodyPr anchorCtr="0" anchor="ctr" bIns="0" lIns="0" spcFirstLastPara="1" rIns="0" wrap="square" tIns="0">
            <a:normAutofit/>
          </a:bodyPr>
          <a:lstStyle>
            <a:lvl1pPr lvl="0" algn="ctr">
              <a:lnSpc>
                <a:spcPct val="90000"/>
              </a:lnSpc>
              <a:spcBef>
                <a:spcPts val="0"/>
              </a:spcBef>
              <a:spcAft>
                <a:spcPts val="0"/>
              </a:spcAft>
              <a:buClr>
                <a:schemeClr val="dk1"/>
              </a:buClr>
              <a:buSzPts val="3600"/>
              <a:buFont typeface="Inter"/>
              <a:buNone/>
              <a:defRPr sz="3600">
                <a:solidFill>
                  <a:schemeClr val="dk1"/>
                </a:solidFill>
              </a:defRPr>
            </a:lvl1pPr>
            <a:lvl2pPr lvl="1"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2pPr>
            <a:lvl3pPr lvl="2"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3pPr>
            <a:lvl4pPr lvl="3"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4pPr>
            <a:lvl5pPr lvl="4"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5pPr>
            <a:lvl6pPr lvl="5"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6pPr>
            <a:lvl7pPr lvl="6"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7pPr>
            <a:lvl8pPr lvl="7"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8pPr>
            <a:lvl9pPr lvl="8" algn="ctr">
              <a:lnSpc>
                <a:spcPct val="90000"/>
              </a:lnSpc>
              <a:spcBef>
                <a:spcPts val="0"/>
              </a:spcBef>
              <a:spcAft>
                <a:spcPts val="0"/>
              </a:spcAft>
              <a:buClr>
                <a:schemeClr val="dk1"/>
              </a:buClr>
              <a:buSzPts val="3600"/>
              <a:buFont typeface="Inter"/>
              <a:buNone/>
              <a:defRPr sz="3600">
                <a:solidFill>
                  <a:schemeClr val="dk1"/>
                </a:solidFill>
                <a:latin typeface="Inter"/>
                <a:ea typeface="Inter"/>
                <a:cs typeface="Inter"/>
                <a:sym typeface="Inter"/>
              </a:defRPr>
            </a:lvl9pPr>
          </a:lstStyle>
          <a:p/>
        </p:txBody>
      </p:sp>
      <p:sp>
        <p:nvSpPr>
          <p:cNvPr id="183" name="Google Shape;183;p29"/>
          <p:cNvSpPr txBox="1"/>
          <p:nvPr>
            <p:ph idx="4" type="body"/>
          </p:nvPr>
        </p:nvSpPr>
        <p:spPr>
          <a:xfrm>
            <a:off x="3187500" y="2635425"/>
            <a:ext cx="4227000" cy="972000"/>
          </a:xfrm>
          <a:prstGeom prst="rect">
            <a:avLst/>
          </a:prstGeom>
        </p:spPr>
        <p:txBody>
          <a:bodyPr anchorCtr="0" anchor="ctr" bIns="0" lIns="0" spcFirstLastPara="1" rIns="0" wrap="square" tIns="0">
            <a:noAutofit/>
          </a:bodyPr>
          <a:lstStyle>
            <a:lvl1pPr indent="-304800" lvl="0" marL="457200">
              <a:lnSpc>
                <a:spcPct val="100000"/>
              </a:lnSpc>
              <a:spcBef>
                <a:spcPts val="0"/>
              </a:spcBef>
              <a:spcAft>
                <a:spcPts val="0"/>
              </a:spcAft>
              <a:buClr>
                <a:schemeClr val="dk1"/>
              </a:buClr>
              <a:buSzPts val="1200"/>
              <a:buFont typeface="Inter"/>
              <a:buChar char="●"/>
              <a:defRPr>
                <a:solidFill>
                  <a:schemeClr val="dk1"/>
                </a:solidFill>
              </a:defRPr>
            </a:lvl1pPr>
            <a:lvl2pPr indent="-304800" lvl="1" marL="914400">
              <a:lnSpc>
                <a:spcPct val="100000"/>
              </a:lnSpc>
              <a:spcBef>
                <a:spcPts val="0"/>
              </a:spcBef>
              <a:spcAft>
                <a:spcPts val="0"/>
              </a:spcAft>
              <a:buClr>
                <a:schemeClr val="dk1"/>
              </a:buClr>
              <a:buSzPts val="1200"/>
              <a:buFont typeface="Inter"/>
              <a:buChar char="○"/>
              <a:defRPr>
                <a:solidFill>
                  <a:schemeClr val="dk1"/>
                </a:solidFill>
              </a:defRPr>
            </a:lvl2pPr>
            <a:lvl3pPr indent="-304800" lvl="2" marL="1371600">
              <a:lnSpc>
                <a:spcPct val="100000"/>
              </a:lnSpc>
              <a:spcBef>
                <a:spcPts val="0"/>
              </a:spcBef>
              <a:spcAft>
                <a:spcPts val="0"/>
              </a:spcAft>
              <a:buClr>
                <a:schemeClr val="dk1"/>
              </a:buClr>
              <a:buSzPts val="1200"/>
              <a:buFont typeface="Inter"/>
              <a:buChar char="■"/>
              <a:defRPr>
                <a:solidFill>
                  <a:schemeClr val="dk1"/>
                </a:solidFill>
              </a:defRPr>
            </a:lvl3pPr>
            <a:lvl4pPr indent="-304800" lvl="3" marL="1828800">
              <a:lnSpc>
                <a:spcPct val="100000"/>
              </a:lnSpc>
              <a:spcBef>
                <a:spcPts val="0"/>
              </a:spcBef>
              <a:spcAft>
                <a:spcPts val="0"/>
              </a:spcAft>
              <a:buClr>
                <a:schemeClr val="dk1"/>
              </a:buClr>
              <a:buSzPts val="1200"/>
              <a:buFont typeface="Inter"/>
              <a:buChar char="●"/>
              <a:defRPr>
                <a:solidFill>
                  <a:schemeClr val="dk1"/>
                </a:solidFill>
              </a:defRPr>
            </a:lvl4pPr>
            <a:lvl5pPr indent="-304800" lvl="4" marL="2286000">
              <a:lnSpc>
                <a:spcPct val="100000"/>
              </a:lnSpc>
              <a:spcBef>
                <a:spcPts val="0"/>
              </a:spcBef>
              <a:spcAft>
                <a:spcPts val="0"/>
              </a:spcAft>
              <a:buClr>
                <a:schemeClr val="dk1"/>
              </a:buClr>
              <a:buSzPts val="1200"/>
              <a:buFont typeface="Inter"/>
              <a:buChar char="○"/>
              <a:defRPr>
                <a:solidFill>
                  <a:schemeClr val="dk1"/>
                </a:solidFill>
              </a:defRPr>
            </a:lvl5pPr>
            <a:lvl6pPr indent="-304800" lvl="5" marL="2743200">
              <a:lnSpc>
                <a:spcPct val="100000"/>
              </a:lnSpc>
              <a:spcBef>
                <a:spcPts val="0"/>
              </a:spcBef>
              <a:spcAft>
                <a:spcPts val="0"/>
              </a:spcAft>
              <a:buClr>
                <a:schemeClr val="dk1"/>
              </a:buClr>
              <a:buSzPts val="1200"/>
              <a:buFont typeface="Inter"/>
              <a:buChar char="■"/>
              <a:defRPr>
                <a:solidFill>
                  <a:schemeClr val="dk1"/>
                </a:solidFill>
              </a:defRPr>
            </a:lvl6pPr>
            <a:lvl7pPr indent="-304800" lvl="6" marL="3200400">
              <a:lnSpc>
                <a:spcPct val="100000"/>
              </a:lnSpc>
              <a:spcBef>
                <a:spcPts val="0"/>
              </a:spcBef>
              <a:spcAft>
                <a:spcPts val="0"/>
              </a:spcAft>
              <a:buClr>
                <a:schemeClr val="dk1"/>
              </a:buClr>
              <a:buSzPts val="1200"/>
              <a:buFont typeface="Inter"/>
              <a:buChar char="●"/>
              <a:defRPr>
                <a:solidFill>
                  <a:schemeClr val="dk1"/>
                </a:solidFill>
              </a:defRPr>
            </a:lvl7pPr>
            <a:lvl8pPr indent="-304800" lvl="7" marL="3657600">
              <a:lnSpc>
                <a:spcPct val="100000"/>
              </a:lnSpc>
              <a:spcBef>
                <a:spcPts val="0"/>
              </a:spcBef>
              <a:spcAft>
                <a:spcPts val="0"/>
              </a:spcAft>
              <a:buClr>
                <a:schemeClr val="dk1"/>
              </a:buClr>
              <a:buSzPts val="1200"/>
              <a:buFont typeface="Inter"/>
              <a:buChar char="○"/>
              <a:defRPr>
                <a:solidFill>
                  <a:schemeClr val="dk1"/>
                </a:solidFill>
              </a:defRPr>
            </a:lvl8pPr>
            <a:lvl9pPr indent="-304800" lvl="8" marL="4114800">
              <a:lnSpc>
                <a:spcPct val="100000"/>
              </a:lnSpc>
              <a:spcBef>
                <a:spcPts val="0"/>
              </a:spcBef>
              <a:spcAft>
                <a:spcPts val="0"/>
              </a:spcAft>
              <a:buClr>
                <a:schemeClr val="dk1"/>
              </a:buClr>
              <a:buSzPts val="1200"/>
              <a:buFont typeface="Inter"/>
              <a:buChar char="■"/>
              <a:defRPr>
                <a:solidFill>
                  <a:schemeClr val="dk1"/>
                </a:solidFill>
              </a:defRPr>
            </a:lvl9pPr>
          </a:lstStyle>
          <a:p/>
        </p:txBody>
      </p:sp>
      <p:sp>
        <p:nvSpPr>
          <p:cNvPr id="184" name="Google Shape;184;p29"/>
          <p:cNvSpPr txBox="1"/>
          <p:nvPr>
            <p:ph idx="5" type="body"/>
          </p:nvPr>
        </p:nvSpPr>
        <p:spPr>
          <a:xfrm>
            <a:off x="4629750" y="3706771"/>
            <a:ext cx="4227000" cy="972000"/>
          </a:xfrm>
          <a:prstGeom prst="rect">
            <a:avLst/>
          </a:prstGeom>
        </p:spPr>
        <p:txBody>
          <a:bodyPr anchorCtr="0" anchor="ctr"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85" name="Google Shape;185;p2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186" name="Google Shape;186;p29"/>
          <p:cNvSpPr txBox="1"/>
          <p:nvPr>
            <p:ph type="title"/>
          </p:nvPr>
        </p:nvSpPr>
        <p:spPr>
          <a:xfrm>
            <a:off x="283850" y="285900"/>
            <a:ext cx="56742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187" name="Google Shape;187;p29"/>
          <p:cNvSpPr txBox="1"/>
          <p:nvPr>
            <p:ph idx="6" type="body"/>
          </p:nvPr>
        </p:nvSpPr>
        <p:spPr>
          <a:xfrm>
            <a:off x="1736400" y="1553875"/>
            <a:ext cx="4227000" cy="972000"/>
          </a:xfrm>
          <a:prstGeom prst="rect">
            <a:avLst/>
          </a:prstGeom>
        </p:spPr>
        <p:txBody>
          <a:bodyPr anchorCtr="0" anchor="t" bIns="0" lIns="0" spcFirstLastPara="1" rIns="0" wrap="square" tIns="0">
            <a:noAutofit/>
          </a:bodyPr>
          <a:lstStyle>
            <a:lvl1pPr indent="-304800" lvl="0" marL="457200">
              <a:spcBef>
                <a:spcPts val="0"/>
              </a:spcBef>
              <a:spcAft>
                <a:spcPts val="0"/>
              </a:spcAft>
              <a:buClr>
                <a:schemeClr val="dk1"/>
              </a:buClr>
              <a:buSzPts val="1200"/>
              <a:buFont typeface="Inter"/>
              <a:buChar char="●"/>
              <a:defRPr>
                <a:solidFill>
                  <a:schemeClr val="dk1"/>
                </a:solidFill>
              </a:defRPr>
            </a:lvl1pPr>
            <a:lvl2pPr indent="-304800" lvl="1" marL="914400">
              <a:spcBef>
                <a:spcPts val="0"/>
              </a:spcBef>
              <a:spcAft>
                <a:spcPts val="0"/>
              </a:spcAft>
              <a:buClr>
                <a:schemeClr val="dk1"/>
              </a:buClr>
              <a:buSzPts val="1200"/>
              <a:buFont typeface="Inter"/>
              <a:buChar char="○"/>
              <a:defRPr>
                <a:solidFill>
                  <a:schemeClr val="dk1"/>
                </a:solidFill>
              </a:defRPr>
            </a:lvl2pPr>
            <a:lvl3pPr indent="-304800" lvl="2" marL="1371600">
              <a:spcBef>
                <a:spcPts val="0"/>
              </a:spcBef>
              <a:spcAft>
                <a:spcPts val="0"/>
              </a:spcAft>
              <a:buClr>
                <a:schemeClr val="dk1"/>
              </a:buClr>
              <a:buSzPts val="1200"/>
              <a:buFont typeface="Inter"/>
              <a:buChar char="■"/>
              <a:defRPr>
                <a:solidFill>
                  <a:schemeClr val="dk1"/>
                </a:solidFill>
              </a:defRPr>
            </a:lvl3pPr>
            <a:lvl4pPr indent="-304800" lvl="3" marL="1828800">
              <a:spcBef>
                <a:spcPts val="0"/>
              </a:spcBef>
              <a:spcAft>
                <a:spcPts val="0"/>
              </a:spcAft>
              <a:buClr>
                <a:schemeClr val="dk1"/>
              </a:buClr>
              <a:buSzPts val="1200"/>
              <a:buFont typeface="Inter"/>
              <a:buChar char="●"/>
              <a:defRPr>
                <a:solidFill>
                  <a:schemeClr val="dk1"/>
                </a:solidFill>
              </a:defRPr>
            </a:lvl4pPr>
            <a:lvl5pPr indent="-304800" lvl="4" marL="2286000">
              <a:spcBef>
                <a:spcPts val="0"/>
              </a:spcBef>
              <a:spcAft>
                <a:spcPts val="0"/>
              </a:spcAft>
              <a:buClr>
                <a:schemeClr val="dk1"/>
              </a:buClr>
              <a:buSzPts val="1200"/>
              <a:buFont typeface="Inter"/>
              <a:buChar char="○"/>
              <a:defRPr>
                <a:solidFill>
                  <a:schemeClr val="dk1"/>
                </a:solidFill>
              </a:defRPr>
            </a:lvl5pPr>
            <a:lvl6pPr indent="-304800" lvl="5" marL="2743200">
              <a:spcBef>
                <a:spcPts val="0"/>
              </a:spcBef>
              <a:spcAft>
                <a:spcPts val="0"/>
              </a:spcAft>
              <a:buClr>
                <a:schemeClr val="dk1"/>
              </a:buClr>
              <a:buSzPts val="1200"/>
              <a:buFont typeface="Inter"/>
              <a:buChar char="■"/>
              <a:defRPr>
                <a:solidFill>
                  <a:schemeClr val="dk1"/>
                </a:solidFill>
              </a:defRPr>
            </a:lvl6pPr>
            <a:lvl7pPr indent="-304800" lvl="6" marL="3200400">
              <a:spcBef>
                <a:spcPts val="0"/>
              </a:spcBef>
              <a:spcAft>
                <a:spcPts val="0"/>
              </a:spcAft>
              <a:buClr>
                <a:schemeClr val="dk1"/>
              </a:buClr>
              <a:buSzPts val="1200"/>
              <a:buFont typeface="Inter"/>
              <a:buChar char="●"/>
              <a:defRPr>
                <a:solidFill>
                  <a:schemeClr val="dk1"/>
                </a:solidFill>
              </a:defRPr>
            </a:lvl7pPr>
            <a:lvl8pPr indent="-304800" lvl="7" marL="3657600">
              <a:spcBef>
                <a:spcPts val="0"/>
              </a:spcBef>
              <a:spcAft>
                <a:spcPts val="0"/>
              </a:spcAft>
              <a:buClr>
                <a:schemeClr val="dk1"/>
              </a:buClr>
              <a:buSzPts val="1200"/>
              <a:buFont typeface="Inter"/>
              <a:buChar char="○"/>
              <a:defRPr>
                <a:solidFill>
                  <a:schemeClr val="dk1"/>
                </a:solidFill>
              </a:defRPr>
            </a:lvl8pPr>
            <a:lvl9pPr indent="-304800" lvl="8" marL="4114800">
              <a:spcBef>
                <a:spcPts val="0"/>
              </a:spcBef>
              <a:spcAft>
                <a:spcPts val="0"/>
              </a:spcAft>
              <a:buClr>
                <a:schemeClr val="dk1"/>
              </a:buClr>
              <a:buSzPts val="1200"/>
              <a:buFont typeface="Inter"/>
              <a:buChar char="■"/>
              <a:defRPr>
                <a:solidFill>
                  <a:schemeClr val="dk1"/>
                </a:solidFill>
              </a:defRPr>
            </a:lvl9pPr>
          </a:lstStyle>
          <a:p/>
        </p:txBody>
      </p:sp>
      <p:sp>
        <p:nvSpPr>
          <p:cNvPr id="188" name="Google Shape;188;p29"/>
          <p:cNvSpPr txBox="1"/>
          <p:nvPr>
            <p:ph idx="7"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189" name="Google Shape;189;p29"/>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8">
  <p:cSld name="BLANK_1_1_1_1_1_1_1_1_1_1_1_1_1_2_1_1_1">
    <p:spTree>
      <p:nvGrpSpPr>
        <p:cNvPr id="190" name="Shape 190"/>
        <p:cNvGrpSpPr/>
        <p:nvPr/>
      </p:nvGrpSpPr>
      <p:grpSpPr>
        <a:xfrm>
          <a:off x="0" y="0"/>
          <a:ext cx="0" cy="0"/>
          <a:chOff x="0" y="0"/>
          <a:chExt cx="0" cy="0"/>
        </a:xfrm>
      </p:grpSpPr>
      <p:sp>
        <p:nvSpPr>
          <p:cNvPr id="191" name="Google Shape;191;p30"/>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192" name="Google Shape;192;p30"/>
          <p:cNvSpPr txBox="1"/>
          <p:nvPr>
            <p:ph type="title"/>
          </p:nvPr>
        </p:nvSpPr>
        <p:spPr>
          <a:xfrm>
            <a:off x="283850" y="285900"/>
            <a:ext cx="5674200" cy="2235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p:txBody>
      </p:sp>
      <p:sp>
        <p:nvSpPr>
          <p:cNvPr id="193" name="Google Shape;193;p30"/>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4" name="Google Shape;194;p30"/>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5" name="Google Shape;195;p30"/>
          <p:cNvSpPr txBox="1"/>
          <p:nvPr>
            <p:ph idx="1" type="body"/>
          </p:nvPr>
        </p:nvSpPr>
        <p:spPr>
          <a:xfrm>
            <a:off x="24568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6" name="Google Shape;196;p30"/>
          <p:cNvSpPr txBox="1"/>
          <p:nvPr>
            <p:ph idx="4" type="body"/>
          </p:nvPr>
        </p:nvSpPr>
        <p:spPr>
          <a:xfrm>
            <a:off x="4629750" y="3716975"/>
            <a:ext cx="20550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197" name="Google Shape;197;p30"/>
          <p:cNvSpPr txBox="1"/>
          <p:nvPr>
            <p:ph idx="5" type="body"/>
          </p:nvPr>
        </p:nvSpPr>
        <p:spPr>
          <a:xfrm>
            <a:off x="6802050" y="3716975"/>
            <a:ext cx="2054700" cy="7284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9">
  <p:cSld name="BLANK_1_1_1_1_1_1_1_1_1_1_1_1_1_2_1_1_2">
    <p:spTree>
      <p:nvGrpSpPr>
        <p:cNvPr id="198" name="Shape 198"/>
        <p:cNvGrpSpPr/>
        <p:nvPr/>
      </p:nvGrpSpPr>
      <p:grpSpPr>
        <a:xfrm>
          <a:off x="0" y="0"/>
          <a:ext cx="0" cy="0"/>
          <a:chOff x="0" y="0"/>
          <a:chExt cx="0" cy="0"/>
        </a:xfrm>
      </p:grpSpPr>
      <p:sp>
        <p:nvSpPr>
          <p:cNvPr id="199" name="Google Shape;199;p31"/>
          <p:cNvSpPr txBox="1"/>
          <p:nvPr>
            <p:ph idx="1" type="body"/>
          </p:nvPr>
        </p:nvSpPr>
        <p:spPr>
          <a:xfrm>
            <a:off x="6091950" y="155387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0" name="Google Shape;200;p31"/>
          <p:cNvSpPr txBox="1"/>
          <p:nvPr>
            <p:ph idx="2" type="body"/>
          </p:nvPr>
        </p:nvSpPr>
        <p:spPr>
          <a:xfrm>
            <a:off x="6091950" y="2635425"/>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1" name="Google Shape;201;p31"/>
          <p:cNvSpPr txBox="1"/>
          <p:nvPr>
            <p:ph idx="3" type="body"/>
          </p:nvPr>
        </p:nvSpPr>
        <p:spPr>
          <a:xfrm>
            <a:off x="6091950" y="3706763"/>
            <a:ext cx="2764800" cy="972000"/>
          </a:xfrm>
          <a:prstGeom prst="rect">
            <a:avLst/>
          </a:prstGeom>
        </p:spPr>
        <p:txBody>
          <a:bodyPr anchorCtr="0" anchor="t" bIns="0" lIns="0" spcFirstLastPara="1" rIns="0" wrap="square" tIns="0">
            <a:noAutofit/>
          </a:bodyPr>
          <a:lstStyle>
            <a:lvl1pPr indent="-292100" lvl="0" marL="457200">
              <a:spcBef>
                <a:spcPts val="0"/>
              </a:spcBef>
              <a:spcAft>
                <a:spcPts val="0"/>
              </a:spcAft>
              <a:buClr>
                <a:schemeClr val="lt1"/>
              </a:buClr>
              <a:buSzPts val="1000"/>
              <a:buFont typeface="Inter"/>
              <a:buChar char="●"/>
              <a:defRPr sz="1000"/>
            </a:lvl1pPr>
            <a:lvl2pPr indent="-292100" lvl="1" marL="914400">
              <a:spcBef>
                <a:spcPts val="0"/>
              </a:spcBef>
              <a:spcAft>
                <a:spcPts val="0"/>
              </a:spcAft>
              <a:buClr>
                <a:schemeClr val="lt1"/>
              </a:buClr>
              <a:buSzPts val="1000"/>
              <a:buFont typeface="Inter"/>
              <a:buChar char="○"/>
              <a:defRPr sz="1000"/>
            </a:lvl2pPr>
            <a:lvl3pPr indent="-292100" lvl="2" marL="1371600">
              <a:spcBef>
                <a:spcPts val="0"/>
              </a:spcBef>
              <a:spcAft>
                <a:spcPts val="0"/>
              </a:spcAft>
              <a:buClr>
                <a:schemeClr val="lt1"/>
              </a:buClr>
              <a:buSzPts val="1000"/>
              <a:buFont typeface="Inter"/>
              <a:buChar char="■"/>
              <a:defRPr sz="1000"/>
            </a:lvl3pPr>
            <a:lvl4pPr indent="-292100" lvl="3" marL="1828800">
              <a:spcBef>
                <a:spcPts val="0"/>
              </a:spcBef>
              <a:spcAft>
                <a:spcPts val="0"/>
              </a:spcAft>
              <a:buClr>
                <a:schemeClr val="lt1"/>
              </a:buClr>
              <a:buSzPts val="1000"/>
              <a:buFont typeface="Inter"/>
              <a:buChar char="●"/>
              <a:defRPr sz="1000"/>
            </a:lvl4pPr>
            <a:lvl5pPr indent="-292100" lvl="4" marL="2286000">
              <a:spcBef>
                <a:spcPts val="0"/>
              </a:spcBef>
              <a:spcAft>
                <a:spcPts val="0"/>
              </a:spcAft>
              <a:buClr>
                <a:schemeClr val="lt1"/>
              </a:buClr>
              <a:buSzPts val="1000"/>
              <a:buFont typeface="Inter"/>
              <a:buChar char="○"/>
              <a:defRPr sz="1000"/>
            </a:lvl5pPr>
            <a:lvl6pPr indent="-292100" lvl="5" marL="2743200">
              <a:spcBef>
                <a:spcPts val="0"/>
              </a:spcBef>
              <a:spcAft>
                <a:spcPts val="0"/>
              </a:spcAft>
              <a:buClr>
                <a:schemeClr val="lt1"/>
              </a:buClr>
              <a:buSzPts val="1000"/>
              <a:buFont typeface="Inter"/>
              <a:buChar char="■"/>
              <a:defRPr sz="1000"/>
            </a:lvl6pPr>
            <a:lvl7pPr indent="-292100" lvl="6" marL="3200400">
              <a:spcBef>
                <a:spcPts val="0"/>
              </a:spcBef>
              <a:spcAft>
                <a:spcPts val="0"/>
              </a:spcAft>
              <a:buClr>
                <a:schemeClr val="lt1"/>
              </a:buClr>
              <a:buSzPts val="1000"/>
              <a:buFont typeface="Inter"/>
              <a:buChar char="●"/>
              <a:defRPr sz="1000"/>
            </a:lvl7pPr>
            <a:lvl8pPr indent="-292100" lvl="7" marL="3657600">
              <a:spcBef>
                <a:spcPts val="0"/>
              </a:spcBef>
              <a:spcAft>
                <a:spcPts val="0"/>
              </a:spcAft>
              <a:buClr>
                <a:schemeClr val="lt1"/>
              </a:buClr>
              <a:buSzPts val="1000"/>
              <a:buFont typeface="Inter"/>
              <a:buChar char="○"/>
              <a:defRPr sz="1000"/>
            </a:lvl8pPr>
            <a:lvl9pPr indent="-292100" lvl="8" marL="4114800">
              <a:spcBef>
                <a:spcPts val="0"/>
              </a:spcBef>
              <a:spcAft>
                <a:spcPts val="0"/>
              </a:spcAft>
              <a:buClr>
                <a:schemeClr val="lt1"/>
              </a:buClr>
              <a:buSzPts val="1000"/>
              <a:buFont typeface="Inter"/>
              <a:buChar char="■"/>
              <a:defRPr sz="1000"/>
            </a:lvl9pPr>
          </a:lstStyle>
          <a:p/>
        </p:txBody>
      </p:sp>
      <p:sp>
        <p:nvSpPr>
          <p:cNvPr id="202" name="Google Shape;202;p31"/>
          <p:cNvSpPr txBox="1"/>
          <p:nvPr>
            <p:ph type="title"/>
          </p:nvPr>
        </p:nvSpPr>
        <p:spPr>
          <a:xfrm>
            <a:off x="283850" y="285900"/>
            <a:ext cx="42276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1800"/>
            </a:lvl1pPr>
            <a:lvl2pPr lvl="1">
              <a:lnSpc>
                <a:spcPct val="85000"/>
              </a:lnSpc>
              <a:spcBef>
                <a:spcPts val="0"/>
              </a:spcBef>
              <a:spcAft>
                <a:spcPts val="0"/>
              </a:spcAft>
              <a:buNone/>
              <a:defRPr sz="1800"/>
            </a:lvl2pPr>
            <a:lvl3pPr lvl="2">
              <a:lnSpc>
                <a:spcPct val="85000"/>
              </a:lnSpc>
              <a:spcBef>
                <a:spcPts val="0"/>
              </a:spcBef>
              <a:spcAft>
                <a:spcPts val="0"/>
              </a:spcAft>
              <a:buNone/>
              <a:defRPr sz="1800"/>
            </a:lvl3pPr>
            <a:lvl4pPr lvl="3">
              <a:lnSpc>
                <a:spcPct val="85000"/>
              </a:lnSpc>
              <a:spcBef>
                <a:spcPts val="0"/>
              </a:spcBef>
              <a:spcAft>
                <a:spcPts val="0"/>
              </a:spcAft>
              <a:buNone/>
              <a:defRPr sz="1800"/>
            </a:lvl4pPr>
            <a:lvl5pPr lvl="4">
              <a:lnSpc>
                <a:spcPct val="85000"/>
              </a:lnSpc>
              <a:spcBef>
                <a:spcPts val="0"/>
              </a:spcBef>
              <a:spcAft>
                <a:spcPts val="0"/>
              </a:spcAft>
              <a:buNone/>
              <a:defRPr sz="1800"/>
            </a:lvl5pPr>
            <a:lvl6pPr lvl="5">
              <a:lnSpc>
                <a:spcPct val="85000"/>
              </a:lnSpc>
              <a:spcBef>
                <a:spcPts val="0"/>
              </a:spcBef>
              <a:spcAft>
                <a:spcPts val="0"/>
              </a:spcAft>
              <a:buNone/>
              <a:defRPr sz="1800"/>
            </a:lvl6pPr>
            <a:lvl7pPr lvl="6">
              <a:lnSpc>
                <a:spcPct val="85000"/>
              </a:lnSpc>
              <a:spcBef>
                <a:spcPts val="0"/>
              </a:spcBef>
              <a:spcAft>
                <a:spcPts val="0"/>
              </a:spcAft>
              <a:buNone/>
              <a:defRPr sz="1800"/>
            </a:lvl7pPr>
            <a:lvl8pPr lvl="7">
              <a:lnSpc>
                <a:spcPct val="85000"/>
              </a:lnSpc>
              <a:spcBef>
                <a:spcPts val="0"/>
              </a:spcBef>
              <a:spcAft>
                <a:spcPts val="0"/>
              </a:spcAft>
              <a:buNone/>
              <a:defRPr sz="1800"/>
            </a:lvl8pPr>
            <a:lvl9pPr lvl="8">
              <a:lnSpc>
                <a:spcPct val="85000"/>
              </a:lnSpc>
              <a:spcBef>
                <a:spcPts val="0"/>
              </a:spcBef>
              <a:spcAft>
                <a:spcPts val="0"/>
              </a:spcAft>
              <a:buNone/>
              <a:defRPr sz="1800"/>
            </a:lvl9pPr>
          </a:lstStyle>
          <a:p/>
        </p:txBody>
      </p:sp>
      <p:sp>
        <p:nvSpPr>
          <p:cNvPr id="203" name="Google Shape;203;p31"/>
          <p:cNvSpPr txBox="1"/>
          <p:nvPr>
            <p:ph idx="4"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4" name="Google Shape;204;p31"/>
          <p:cNvSpPr txBox="1"/>
          <p:nvPr>
            <p:ph idx="5"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5" name="Google Shape;205;p31"/>
          <p:cNvSpPr txBox="1"/>
          <p:nvPr>
            <p:ph idx="6" type="subTitle"/>
          </p:nvPr>
        </p:nvSpPr>
        <p:spPr>
          <a:xfrm>
            <a:off x="288625" y="15555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6" name="Google Shape;206;p31"/>
          <p:cNvSpPr txBox="1"/>
          <p:nvPr>
            <p:ph idx="7" type="subTitle"/>
          </p:nvPr>
        </p:nvSpPr>
        <p:spPr>
          <a:xfrm>
            <a:off x="288625" y="26362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7" name="Google Shape;207;p31"/>
          <p:cNvSpPr txBox="1"/>
          <p:nvPr>
            <p:ph idx="8" type="subTitle"/>
          </p:nvPr>
        </p:nvSpPr>
        <p:spPr>
          <a:xfrm>
            <a:off x="288625" y="3716975"/>
            <a:ext cx="4509600" cy="972000"/>
          </a:xfrm>
          <a:prstGeom prst="rect">
            <a:avLst/>
          </a:prstGeom>
        </p:spPr>
        <p:txBody>
          <a:bodyPr anchorCtr="0" anchor="t" bIns="0" lIns="0" spcFirstLastPara="1" rIns="0" wrap="square" tIns="0">
            <a:normAutofit/>
          </a:bodyPr>
          <a:lstStyle>
            <a:lvl1pPr lvl="0">
              <a:lnSpc>
                <a:spcPct val="90000"/>
              </a:lnSpc>
              <a:spcBef>
                <a:spcPts val="0"/>
              </a:spcBef>
              <a:spcAft>
                <a:spcPts val="0"/>
              </a:spcAft>
              <a:buClr>
                <a:schemeClr val="lt1"/>
              </a:buClr>
              <a:buSzPts val="3600"/>
              <a:buFont typeface="Inter"/>
              <a:buNone/>
              <a:defRPr sz="3600"/>
            </a:lvl1pPr>
            <a:lvl2pPr lvl="1">
              <a:lnSpc>
                <a:spcPct val="90000"/>
              </a:lnSpc>
              <a:spcBef>
                <a:spcPts val="0"/>
              </a:spcBef>
              <a:spcAft>
                <a:spcPts val="0"/>
              </a:spcAft>
              <a:buClr>
                <a:schemeClr val="lt1"/>
              </a:buClr>
              <a:buSzPts val="3600"/>
              <a:buFont typeface="Inter"/>
              <a:buNone/>
              <a:defRPr sz="3600">
                <a:latin typeface="Inter"/>
                <a:ea typeface="Inter"/>
                <a:cs typeface="Inter"/>
                <a:sym typeface="Inter"/>
              </a:defRPr>
            </a:lvl2pPr>
            <a:lvl3pPr lvl="2">
              <a:lnSpc>
                <a:spcPct val="90000"/>
              </a:lnSpc>
              <a:spcBef>
                <a:spcPts val="0"/>
              </a:spcBef>
              <a:spcAft>
                <a:spcPts val="0"/>
              </a:spcAft>
              <a:buClr>
                <a:schemeClr val="lt1"/>
              </a:buClr>
              <a:buSzPts val="3600"/>
              <a:buFont typeface="Inter"/>
              <a:buNone/>
              <a:defRPr sz="3600">
                <a:latin typeface="Inter"/>
                <a:ea typeface="Inter"/>
                <a:cs typeface="Inter"/>
                <a:sym typeface="Inter"/>
              </a:defRPr>
            </a:lvl3pPr>
            <a:lvl4pPr lvl="3">
              <a:lnSpc>
                <a:spcPct val="90000"/>
              </a:lnSpc>
              <a:spcBef>
                <a:spcPts val="0"/>
              </a:spcBef>
              <a:spcAft>
                <a:spcPts val="0"/>
              </a:spcAft>
              <a:buClr>
                <a:schemeClr val="lt1"/>
              </a:buClr>
              <a:buSzPts val="3600"/>
              <a:buFont typeface="Inter"/>
              <a:buNone/>
              <a:defRPr sz="3600">
                <a:latin typeface="Inter"/>
                <a:ea typeface="Inter"/>
                <a:cs typeface="Inter"/>
                <a:sym typeface="Inter"/>
              </a:defRPr>
            </a:lvl4pPr>
            <a:lvl5pPr lvl="4">
              <a:lnSpc>
                <a:spcPct val="90000"/>
              </a:lnSpc>
              <a:spcBef>
                <a:spcPts val="0"/>
              </a:spcBef>
              <a:spcAft>
                <a:spcPts val="0"/>
              </a:spcAft>
              <a:buClr>
                <a:schemeClr val="lt1"/>
              </a:buClr>
              <a:buSzPts val="3600"/>
              <a:buFont typeface="Inter"/>
              <a:buNone/>
              <a:defRPr sz="3600">
                <a:latin typeface="Inter"/>
                <a:ea typeface="Inter"/>
                <a:cs typeface="Inter"/>
                <a:sym typeface="Inter"/>
              </a:defRPr>
            </a:lvl5pPr>
            <a:lvl6pPr lvl="5">
              <a:lnSpc>
                <a:spcPct val="90000"/>
              </a:lnSpc>
              <a:spcBef>
                <a:spcPts val="0"/>
              </a:spcBef>
              <a:spcAft>
                <a:spcPts val="0"/>
              </a:spcAft>
              <a:buClr>
                <a:schemeClr val="lt1"/>
              </a:buClr>
              <a:buSzPts val="3600"/>
              <a:buFont typeface="Inter"/>
              <a:buNone/>
              <a:defRPr sz="3600">
                <a:latin typeface="Inter"/>
                <a:ea typeface="Inter"/>
                <a:cs typeface="Inter"/>
                <a:sym typeface="Inter"/>
              </a:defRPr>
            </a:lvl6pPr>
            <a:lvl7pPr lvl="6">
              <a:lnSpc>
                <a:spcPct val="90000"/>
              </a:lnSpc>
              <a:spcBef>
                <a:spcPts val="0"/>
              </a:spcBef>
              <a:spcAft>
                <a:spcPts val="0"/>
              </a:spcAft>
              <a:buClr>
                <a:schemeClr val="lt1"/>
              </a:buClr>
              <a:buSzPts val="3600"/>
              <a:buFont typeface="Inter"/>
              <a:buNone/>
              <a:defRPr sz="3600">
                <a:latin typeface="Inter"/>
                <a:ea typeface="Inter"/>
                <a:cs typeface="Inter"/>
                <a:sym typeface="Inter"/>
              </a:defRPr>
            </a:lvl7pPr>
            <a:lvl8pPr lvl="7">
              <a:lnSpc>
                <a:spcPct val="90000"/>
              </a:lnSpc>
              <a:spcBef>
                <a:spcPts val="0"/>
              </a:spcBef>
              <a:spcAft>
                <a:spcPts val="0"/>
              </a:spcAft>
              <a:buClr>
                <a:schemeClr val="lt1"/>
              </a:buClr>
              <a:buSzPts val="3600"/>
              <a:buFont typeface="Inter"/>
              <a:buNone/>
              <a:defRPr sz="3600">
                <a:latin typeface="Inter"/>
                <a:ea typeface="Inter"/>
                <a:cs typeface="Inter"/>
                <a:sym typeface="Inter"/>
              </a:defRPr>
            </a:lvl8pPr>
            <a:lvl9pPr lvl="8">
              <a:lnSpc>
                <a:spcPct val="90000"/>
              </a:lnSpc>
              <a:spcBef>
                <a:spcPts val="0"/>
              </a:spcBef>
              <a:spcAft>
                <a:spcPts val="0"/>
              </a:spcAft>
              <a:buClr>
                <a:schemeClr val="lt1"/>
              </a:buClr>
              <a:buSzPts val="3600"/>
              <a:buFont typeface="Inter"/>
              <a:buNone/>
              <a:defRPr sz="3600">
                <a:latin typeface="Inter"/>
                <a:ea typeface="Inter"/>
                <a:cs typeface="Inter"/>
                <a:sym typeface="Inter"/>
              </a:defRPr>
            </a:lvl9pPr>
          </a:lstStyle>
          <a:p/>
        </p:txBody>
      </p:sp>
      <p:sp>
        <p:nvSpPr>
          <p:cNvPr id="208" name="Google Shape;208;p31"/>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 Alt 10">
  <p:cSld name="BLANK_1_1_1_1_1_1_1_1_1_1_1_1_1_2_1_3">
    <p:bg>
      <p:bgPr>
        <a:solidFill>
          <a:schemeClr val="accent3"/>
        </a:solidFill>
      </p:bgPr>
    </p:bg>
    <p:spTree>
      <p:nvGrpSpPr>
        <p:cNvPr id="209" name="Shape 209"/>
        <p:cNvGrpSpPr/>
        <p:nvPr/>
      </p:nvGrpSpPr>
      <p:grpSpPr>
        <a:xfrm>
          <a:off x="0" y="0"/>
          <a:ext cx="0" cy="0"/>
          <a:chOff x="0" y="0"/>
          <a:chExt cx="0" cy="0"/>
        </a:xfrm>
      </p:grpSpPr>
      <p:sp>
        <p:nvSpPr>
          <p:cNvPr id="210" name="Google Shape;210;p32"/>
          <p:cNvSpPr txBox="1"/>
          <p:nvPr>
            <p:ph idx="1" type="subTitle"/>
          </p:nvPr>
        </p:nvSpPr>
        <p:spPr>
          <a:xfrm>
            <a:off x="4629000" y="28590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1" name="Google Shape;211;p32"/>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12" name="Google Shape;212;p32"/>
          <p:cNvSpPr txBox="1"/>
          <p:nvPr>
            <p:ph type="title"/>
          </p:nvPr>
        </p:nvSpPr>
        <p:spPr>
          <a:xfrm>
            <a:off x="283850" y="285900"/>
            <a:ext cx="2764800" cy="11547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600">
                <a:solidFill>
                  <a:schemeClr val="dk1"/>
                </a:solidFill>
              </a:defRPr>
            </a:lvl1pPr>
            <a:lvl2pPr lvl="1">
              <a:lnSpc>
                <a:spcPct val="85000"/>
              </a:lnSpc>
              <a:spcBef>
                <a:spcPts val="0"/>
              </a:spcBef>
              <a:spcAft>
                <a:spcPts val="0"/>
              </a:spcAft>
              <a:buNone/>
              <a:defRPr sz="3600">
                <a:solidFill>
                  <a:schemeClr val="dk1"/>
                </a:solidFill>
              </a:defRPr>
            </a:lvl2pPr>
            <a:lvl3pPr lvl="2">
              <a:lnSpc>
                <a:spcPct val="85000"/>
              </a:lnSpc>
              <a:spcBef>
                <a:spcPts val="0"/>
              </a:spcBef>
              <a:spcAft>
                <a:spcPts val="0"/>
              </a:spcAft>
              <a:buNone/>
              <a:defRPr sz="3600">
                <a:solidFill>
                  <a:schemeClr val="dk1"/>
                </a:solidFill>
              </a:defRPr>
            </a:lvl3pPr>
            <a:lvl4pPr lvl="3">
              <a:lnSpc>
                <a:spcPct val="85000"/>
              </a:lnSpc>
              <a:spcBef>
                <a:spcPts val="0"/>
              </a:spcBef>
              <a:spcAft>
                <a:spcPts val="0"/>
              </a:spcAft>
              <a:buNone/>
              <a:defRPr sz="3600">
                <a:solidFill>
                  <a:schemeClr val="dk1"/>
                </a:solidFill>
              </a:defRPr>
            </a:lvl4pPr>
            <a:lvl5pPr lvl="4">
              <a:lnSpc>
                <a:spcPct val="85000"/>
              </a:lnSpc>
              <a:spcBef>
                <a:spcPts val="0"/>
              </a:spcBef>
              <a:spcAft>
                <a:spcPts val="0"/>
              </a:spcAft>
              <a:buNone/>
              <a:defRPr sz="3600">
                <a:solidFill>
                  <a:schemeClr val="dk1"/>
                </a:solidFill>
              </a:defRPr>
            </a:lvl5pPr>
            <a:lvl6pPr lvl="5">
              <a:lnSpc>
                <a:spcPct val="85000"/>
              </a:lnSpc>
              <a:spcBef>
                <a:spcPts val="0"/>
              </a:spcBef>
              <a:spcAft>
                <a:spcPts val="0"/>
              </a:spcAft>
              <a:buNone/>
              <a:defRPr sz="3600">
                <a:solidFill>
                  <a:schemeClr val="dk1"/>
                </a:solidFill>
              </a:defRPr>
            </a:lvl6pPr>
            <a:lvl7pPr lvl="6">
              <a:lnSpc>
                <a:spcPct val="85000"/>
              </a:lnSpc>
              <a:spcBef>
                <a:spcPts val="0"/>
              </a:spcBef>
              <a:spcAft>
                <a:spcPts val="0"/>
              </a:spcAft>
              <a:buNone/>
              <a:defRPr sz="3600">
                <a:solidFill>
                  <a:schemeClr val="dk1"/>
                </a:solidFill>
              </a:defRPr>
            </a:lvl7pPr>
            <a:lvl8pPr lvl="7">
              <a:lnSpc>
                <a:spcPct val="85000"/>
              </a:lnSpc>
              <a:spcBef>
                <a:spcPts val="0"/>
              </a:spcBef>
              <a:spcAft>
                <a:spcPts val="0"/>
              </a:spcAft>
              <a:buNone/>
              <a:defRPr sz="3600">
                <a:solidFill>
                  <a:schemeClr val="dk1"/>
                </a:solidFill>
              </a:defRPr>
            </a:lvl8pPr>
            <a:lvl9pPr lvl="8">
              <a:lnSpc>
                <a:spcPct val="85000"/>
              </a:lnSpc>
              <a:spcBef>
                <a:spcPts val="0"/>
              </a:spcBef>
              <a:spcAft>
                <a:spcPts val="0"/>
              </a:spcAft>
              <a:buNone/>
              <a:defRPr sz="3600">
                <a:solidFill>
                  <a:schemeClr val="dk1"/>
                </a:solidFill>
              </a:defRPr>
            </a:lvl9pPr>
          </a:lstStyle>
          <a:p/>
        </p:txBody>
      </p:sp>
      <p:sp>
        <p:nvSpPr>
          <p:cNvPr id="213" name="Google Shape;213;p32"/>
          <p:cNvSpPr txBox="1"/>
          <p:nvPr>
            <p:ph idx="2" type="body"/>
          </p:nvPr>
        </p:nvSpPr>
        <p:spPr>
          <a:xfrm>
            <a:off x="4629450" y="786100"/>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4" name="Google Shape;214;p32"/>
          <p:cNvSpPr txBox="1"/>
          <p:nvPr>
            <p:ph idx="3"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5" name="Google Shape;215;p32"/>
          <p:cNvSpPr txBox="1"/>
          <p:nvPr>
            <p:ph idx="4"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Font typeface="Inter"/>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16" name="Google Shape;216;p32"/>
          <p:cNvSpPr txBox="1"/>
          <p:nvPr>
            <p:ph idx="5" type="subTitle"/>
          </p:nvPr>
        </p:nvSpPr>
        <p:spPr>
          <a:xfrm>
            <a:off x="4629000" y="1751850"/>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7" name="Google Shape;217;p32"/>
          <p:cNvSpPr txBox="1"/>
          <p:nvPr>
            <p:ph idx="6" type="body"/>
          </p:nvPr>
        </p:nvSpPr>
        <p:spPr>
          <a:xfrm>
            <a:off x="4629450" y="2252055"/>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18" name="Google Shape;218;p32"/>
          <p:cNvSpPr txBox="1"/>
          <p:nvPr>
            <p:ph idx="7" type="subTitle"/>
          </p:nvPr>
        </p:nvSpPr>
        <p:spPr>
          <a:xfrm>
            <a:off x="4629000" y="3217788"/>
            <a:ext cx="4228200" cy="357600"/>
          </a:xfrm>
          <a:prstGeom prst="rect">
            <a:avLst/>
          </a:prstGeom>
        </p:spPr>
        <p:txBody>
          <a:bodyPr anchorCtr="0" anchor="t" bIns="0" lIns="182875" spcFirstLastPara="1" rIns="0" wrap="square" tIns="182875">
            <a:noAutofit/>
          </a:bodyPr>
          <a:lstStyle>
            <a:lvl1pPr lvl="0">
              <a:lnSpc>
                <a:spcPct val="70000"/>
              </a:lnSpc>
              <a:spcBef>
                <a:spcPts val="0"/>
              </a:spcBef>
              <a:spcAft>
                <a:spcPts val="0"/>
              </a:spcAft>
              <a:buNone/>
              <a:defRPr>
                <a:solidFill>
                  <a:schemeClr val="dk1"/>
                </a:solidFill>
              </a:defRPr>
            </a:lvl1pPr>
            <a:lvl2pPr lvl="1">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2pPr>
            <a:lvl3pPr lvl="2">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3pPr>
            <a:lvl4pPr lvl="3">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4pPr>
            <a:lvl5pPr lvl="4">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5pPr>
            <a:lvl6pPr lvl="5">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6pPr>
            <a:lvl7pPr lvl="6">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7pPr>
            <a:lvl8pPr lvl="7">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8pPr>
            <a:lvl9pPr lvl="8">
              <a:spcBef>
                <a:spcPts val="0"/>
              </a:spcBef>
              <a:spcAft>
                <a:spcPts val="0"/>
              </a:spcAft>
              <a:buClr>
                <a:schemeClr val="dk1"/>
              </a:buClr>
              <a:buSzPts val="1200"/>
              <a:buFont typeface="Inter"/>
              <a:buNone/>
              <a:defRPr sz="1200">
                <a:solidFill>
                  <a:schemeClr val="dk1"/>
                </a:solidFill>
                <a:latin typeface="Inter"/>
                <a:ea typeface="Inter"/>
                <a:cs typeface="Inter"/>
                <a:sym typeface="Inter"/>
              </a:defRPr>
            </a:lvl9pPr>
          </a:lstStyle>
          <a:p/>
        </p:txBody>
      </p:sp>
      <p:sp>
        <p:nvSpPr>
          <p:cNvPr id="219" name="Google Shape;219;p32"/>
          <p:cNvSpPr txBox="1"/>
          <p:nvPr>
            <p:ph idx="8" type="body"/>
          </p:nvPr>
        </p:nvSpPr>
        <p:spPr>
          <a:xfrm>
            <a:off x="4629450" y="3717997"/>
            <a:ext cx="2172600" cy="804300"/>
          </a:xfrm>
          <a:prstGeom prst="rect">
            <a:avLst/>
          </a:prstGeom>
        </p:spPr>
        <p:txBody>
          <a:bodyPr anchorCtr="0" anchor="t" bIns="0" lIns="182875" spcFirstLastPara="1" rIns="182875"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
        <p:nvSpPr>
          <p:cNvPr id="220" name="Google Shape;220;p32"/>
          <p:cNvSpPr txBox="1"/>
          <p:nvPr>
            <p:ph idx="9" type="body"/>
          </p:nvPr>
        </p:nvSpPr>
        <p:spPr>
          <a:xfrm>
            <a:off x="284850" y="3717988"/>
            <a:ext cx="2055300" cy="804300"/>
          </a:xfrm>
          <a:prstGeom prst="rect">
            <a:avLst/>
          </a:prstGeom>
        </p:spPr>
        <p:txBody>
          <a:bodyPr anchorCtr="0" anchor="t" bIns="0" lIns="0" spcFirstLastPara="1" rIns="182875" wrap="square" tIns="0">
            <a:spAutoFit/>
          </a:bodyPr>
          <a:lstStyle>
            <a:lvl1pPr indent="-292100" lvl="0" marL="457200">
              <a:lnSpc>
                <a:spcPct val="100000"/>
              </a:lnSpc>
              <a:spcBef>
                <a:spcPts val="0"/>
              </a:spcBef>
              <a:spcAft>
                <a:spcPts val="0"/>
              </a:spcAft>
              <a:buClr>
                <a:schemeClr val="dk1"/>
              </a:buClr>
              <a:buSzPts val="1000"/>
              <a:buFont typeface="Inter"/>
              <a:buChar char="●"/>
              <a:defRPr sz="1000">
                <a:solidFill>
                  <a:schemeClr val="dk1"/>
                </a:solidFill>
              </a:defRPr>
            </a:lvl1pPr>
            <a:lvl2pPr indent="-292100" lvl="1" marL="914400">
              <a:lnSpc>
                <a:spcPct val="100000"/>
              </a:lnSpc>
              <a:spcBef>
                <a:spcPts val="0"/>
              </a:spcBef>
              <a:spcAft>
                <a:spcPts val="0"/>
              </a:spcAft>
              <a:buClr>
                <a:schemeClr val="dk1"/>
              </a:buClr>
              <a:buSzPts val="1000"/>
              <a:buFont typeface="Inter"/>
              <a:buChar char="○"/>
              <a:defRPr sz="1000">
                <a:solidFill>
                  <a:schemeClr val="dk1"/>
                </a:solidFill>
              </a:defRPr>
            </a:lvl2pPr>
            <a:lvl3pPr indent="-292100" lvl="2" marL="1371600">
              <a:lnSpc>
                <a:spcPct val="100000"/>
              </a:lnSpc>
              <a:spcBef>
                <a:spcPts val="0"/>
              </a:spcBef>
              <a:spcAft>
                <a:spcPts val="0"/>
              </a:spcAft>
              <a:buClr>
                <a:schemeClr val="dk1"/>
              </a:buClr>
              <a:buSzPts val="1000"/>
              <a:buFont typeface="Inter"/>
              <a:buChar char="■"/>
              <a:defRPr sz="1000">
                <a:solidFill>
                  <a:schemeClr val="dk1"/>
                </a:solidFill>
              </a:defRPr>
            </a:lvl3pPr>
            <a:lvl4pPr indent="-292100" lvl="3" marL="1828800">
              <a:lnSpc>
                <a:spcPct val="100000"/>
              </a:lnSpc>
              <a:spcBef>
                <a:spcPts val="0"/>
              </a:spcBef>
              <a:spcAft>
                <a:spcPts val="0"/>
              </a:spcAft>
              <a:buClr>
                <a:schemeClr val="dk1"/>
              </a:buClr>
              <a:buSzPts val="1000"/>
              <a:buFont typeface="Inter"/>
              <a:buChar char="●"/>
              <a:defRPr sz="1000">
                <a:solidFill>
                  <a:schemeClr val="dk1"/>
                </a:solidFill>
              </a:defRPr>
            </a:lvl4pPr>
            <a:lvl5pPr indent="-292100" lvl="4" marL="2286000">
              <a:lnSpc>
                <a:spcPct val="100000"/>
              </a:lnSpc>
              <a:spcBef>
                <a:spcPts val="0"/>
              </a:spcBef>
              <a:spcAft>
                <a:spcPts val="0"/>
              </a:spcAft>
              <a:buClr>
                <a:schemeClr val="dk1"/>
              </a:buClr>
              <a:buSzPts val="1000"/>
              <a:buFont typeface="Inter"/>
              <a:buChar char="○"/>
              <a:defRPr sz="1000">
                <a:solidFill>
                  <a:schemeClr val="dk1"/>
                </a:solidFill>
              </a:defRPr>
            </a:lvl5pPr>
            <a:lvl6pPr indent="-292100" lvl="5" marL="2743200">
              <a:lnSpc>
                <a:spcPct val="100000"/>
              </a:lnSpc>
              <a:spcBef>
                <a:spcPts val="0"/>
              </a:spcBef>
              <a:spcAft>
                <a:spcPts val="0"/>
              </a:spcAft>
              <a:buClr>
                <a:schemeClr val="dk1"/>
              </a:buClr>
              <a:buSzPts val="1000"/>
              <a:buFont typeface="Inter"/>
              <a:buChar char="■"/>
              <a:defRPr sz="1000">
                <a:solidFill>
                  <a:schemeClr val="dk1"/>
                </a:solidFill>
              </a:defRPr>
            </a:lvl6pPr>
            <a:lvl7pPr indent="-292100" lvl="6" marL="3200400">
              <a:lnSpc>
                <a:spcPct val="100000"/>
              </a:lnSpc>
              <a:spcBef>
                <a:spcPts val="0"/>
              </a:spcBef>
              <a:spcAft>
                <a:spcPts val="0"/>
              </a:spcAft>
              <a:buClr>
                <a:schemeClr val="dk1"/>
              </a:buClr>
              <a:buSzPts val="1000"/>
              <a:buFont typeface="Inter"/>
              <a:buChar char="●"/>
              <a:defRPr sz="1000">
                <a:solidFill>
                  <a:schemeClr val="dk1"/>
                </a:solidFill>
              </a:defRPr>
            </a:lvl7pPr>
            <a:lvl8pPr indent="-292100" lvl="7" marL="3657600">
              <a:lnSpc>
                <a:spcPct val="100000"/>
              </a:lnSpc>
              <a:spcBef>
                <a:spcPts val="0"/>
              </a:spcBef>
              <a:spcAft>
                <a:spcPts val="0"/>
              </a:spcAft>
              <a:buClr>
                <a:schemeClr val="dk1"/>
              </a:buClr>
              <a:buSzPts val="1000"/>
              <a:buFont typeface="Inter"/>
              <a:buChar char="○"/>
              <a:defRPr sz="1000">
                <a:solidFill>
                  <a:schemeClr val="dk1"/>
                </a:solidFill>
              </a:defRPr>
            </a:lvl8pPr>
            <a:lvl9pPr indent="-292100" lvl="8" marL="4114800">
              <a:lnSpc>
                <a:spcPct val="100000"/>
              </a:lnSpc>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p:cSld name="CUSTOM">
    <p:bg>
      <p:bgPr>
        <a:solidFill>
          <a:schemeClr val="accent3"/>
        </a:solidFill>
      </p:bgPr>
    </p:bg>
    <p:spTree>
      <p:nvGrpSpPr>
        <p:cNvPr id="221" name="Shape 221"/>
        <p:cNvGrpSpPr/>
        <p:nvPr/>
      </p:nvGrpSpPr>
      <p:grpSpPr>
        <a:xfrm>
          <a:off x="0" y="0"/>
          <a:ext cx="0" cy="0"/>
          <a:chOff x="0" y="0"/>
          <a:chExt cx="0" cy="0"/>
        </a:xfrm>
      </p:grpSpPr>
      <p:sp>
        <p:nvSpPr>
          <p:cNvPr id="222" name="Google Shape;222;p33"/>
          <p:cNvSpPr/>
          <p:nvPr>
            <p:ph idx="2" type="pic"/>
          </p:nvPr>
        </p:nvSpPr>
        <p:spPr>
          <a:xfrm>
            <a:off x="4629750" y="286075"/>
            <a:ext cx="1257900" cy="1261500"/>
          </a:xfrm>
          <a:prstGeom prst="rect">
            <a:avLst/>
          </a:prstGeom>
          <a:noFill/>
          <a:ln>
            <a:noFill/>
          </a:ln>
        </p:spPr>
      </p:sp>
      <p:sp>
        <p:nvSpPr>
          <p:cNvPr id="223" name="Google Shape;223;p33"/>
          <p:cNvSpPr/>
          <p:nvPr>
            <p:ph idx="3" type="pic"/>
          </p:nvPr>
        </p:nvSpPr>
        <p:spPr>
          <a:xfrm>
            <a:off x="6111800" y="286075"/>
            <a:ext cx="1257900" cy="1261500"/>
          </a:xfrm>
          <a:prstGeom prst="rect">
            <a:avLst/>
          </a:prstGeom>
          <a:noFill/>
          <a:ln>
            <a:noFill/>
          </a:ln>
        </p:spPr>
      </p:sp>
      <p:sp>
        <p:nvSpPr>
          <p:cNvPr id="224" name="Google Shape;224;p33"/>
          <p:cNvSpPr/>
          <p:nvPr>
            <p:ph idx="4" type="pic"/>
          </p:nvPr>
        </p:nvSpPr>
        <p:spPr>
          <a:xfrm>
            <a:off x="7593850" y="286075"/>
            <a:ext cx="1257900" cy="1261500"/>
          </a:xfrm>
          <a:prstGeom prst="rect">
            <a:avLst/>
          </a:prstGeom>
          <a:noFill/>
          <a:ln>
            <a:noFill/>
          </a:ln>
        </p:spPr>
      </p:sp>
      <p:sp>
        <p:nvSpPr>
          <p:cNvPr id="225" name="Google Shape;225;p33"/>
          <p:cNvSpPr/>
          <p:nvPr>
            <p:ph idx="5" type="pic"/>
          </p:nvPr>
        </p:nvSpPr>
        <p:spPr>
          <a:xfrm>
            <a:off x="4629750" y="2634475"/>
            <a:ext cx="1257900" cy="1261500"/>
          </a:xfrm>
          <a:prstGeom prst="rect">
            <a:avLst/>
          </a:prstGeom>
          <a:noFill/>
          <a:ln>
            <a:noFill/>
          </a:ln>
        </p:spPr>
      </p:sp>
      <p:sp>
        <p:nvSpPr>
          <p:cNvPr id="226" name="Google Shape;226;p33"/>
          <p:cNvSpPr/>
          <p:nvPr>
            <p:ph idx="6" type="pic"/>
          </p:nvPr>
        </p:nvSpPr>
        <p:spPr>
          <a:xfrm>
            <a:off x="6111800" y="2634475"/>
            <a:ext cx="1257900" cy="1261500"/>
          </a:xfrm>
          <a:prstGeom prst="rect">
            <a:avLst/>
          </a:prstGeom>
          <a:noFill/>
          <a:ln>
            <a:noFill/>
          </a:ln>
        </p:spPr>
      </p:sp>
      <p:sp>
        <p:nvSpPr>
          <p:cNvPr id="227" name="Google Shape;227;p33"/>
          <p:cNvSpPr/>
          <p:nvPr>
            <p:ph idx="7" type="pic"/>
          </p:nvPr>
        </p:nvSpPr>
        <p:spPr>
          <a:xfrm>
            <a:off x="7593850" y="2634475"/>
            <a:ext cx="1257900" cy="1261500"/>
          </a:xfrm>
          <a:prstGeom prst="rect">
            <a:avLst/>
          </a:prstGeom>
          <a:noFill/>
          <a:ln>
            <a:noFill/>
          </a:ln>
        </p:spPr>
      </p:sp>
      <p:sp>
        <p:nvSpPr>
          <p:cNvPr id="228" name="Google Shape;228;p33"/>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29" name="Google Shape;229;p33"/>
          <p:cNvSpPr txBox="1"/>
          <p:nvPr>
            <p:ph idx="8"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30" name="Google Shape;230;p33"/>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1" name="Google Shape;231;p33"/>
          <p:cNvSpPr txBox="1"/>
          <p:nvPr>
            <p:ph idx="9"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32" name="Google Shape;232;p33"/>
          <p:cNvSpPr txBox="1"/>
          <p:nvPr>
            <p:ph idx="13" type="title"/>
          </p:nvPr>
        </p:nvSpPr>
        <p:spPr>
          <a:xfrm>
            <a:off x="283850" y="474875"/>
            <a:ext cx="2773200" cy="1743600"/>
          </a:xfrm>
          <a:prstGeom prst="rect">
            <a:avLst/>
          </a:prstGeom>
        </p:spPr>
        <p:txBody>
          <a:bodyPr anchorCtr="0" anchor="t" bIns="0" lIns="0" spcFirstLastPara="1" rIns="0" wrap="square" tIns="0">
            <a:noAutofit/>
          </a:bodyPr>
          <a:lstStyle>
            <a:lvl1pPr lvl="0">
              <a:lnSpc>
                <a:spcPct val="85000"/>
              </a:lnSpc>
              <a:spcBef>
                <a:spcPts val="0"/>
              </a:spcBef>
              <a:spcAft>
                <a:spcPts val="0"/>
              </a:spcAft>
              <a:buNone/>
              <a:defRPr>
                <a:solidFill>
                  <a:schemeClr val="dk1"/>
                </a:solidFill>
              </a:defRPr>
            </a:lvl1pPr>
            <a:lvl2pPr lvl="1">
              <a:lnSpc>
                <a:spcPct val="85000"/>
              </a:lnSpc>
              <a:spcBef>
                <a:spcPts val="0"/>
              </a:spcBef>
              <a:spcAft>
                <a:spcPts val="0"/>
              </a:spcAft>
              <a:buNone/>
              <a:defRPr>
                <a:solidFill>
                  <a:schemeClr val="dk1"/>
                </a:solidFill>
              </a:defRPr>
            </a:lvl2pPr>
            <a:lvl3pPr lvl="2">
              <a:lnSpc>
                <a:spcPct val="85000"/>
              </a:lnSpc>
              <a:spcBef>
                <a:spcPts val="0"/>
              </a:spcBef>
              <a:spcAft>
                <a:spcPts val="0"/>
              </a:spcAft>
              <a:buNone/>
              <a:defRPr>
                <a:solidFill>
                  <a:schemeClr val="dk1"/>
                </a:solidFill>
              </a:defRPr>
            </a:lvl3pPr>
            <a:lvl4pPr lvl="3">
              <a:lnSpc>
                <a:spcPct val="85000"/>
              </a:lnSpc>
              <a:spcBef>
                <a:spcPts val="0"/>
              </a:spcBef>
              <a:spcAft>
                <a:spcPts val="0"/>
              </a:spcAft>
              <a:buNone/>
              <a:defRPr>
                <a:solidFill>
                  <a:schemeClr val="dk1"/>
                </a:solidFill>
              </a:defRPr>
            </a:lvl4pPr>
            <a:lvl5pPr lvl="4">
              <a:lnSpc>
                <a:spcPct val="85000"/>
              </a:lnSpc>
              <a:spcBef>
                <a:spcPts val="0"/>
              </a:spcBef>
              <a:spcAft>
                <a:spcPts val="0"/>
              </a:spcAft>
              <a:buNone/>
              <a:defRPr>
                <a:solidFill>
                  <a:schemeClr val="dk1"/>
                </a:solidFill>
              </a:defRPr>
            </a:lvl5pPr>
            <a:lvl6pPr lvl="5">
              <a:lnSpc>
                <a:spcPct val="85000"/>
              </a:lnSpc>
              <a:spcBef>
                <a:spcPts val="0"/>
              </a:spcBef>
              <a:spcAft>
                <a:spcPts val="0"/>
              </a:spcAft>
              <a:buNone/>
              <a:defRPr>
                <a:solidFill>
                  <a:schemeClr val="dk1"/>
                </a:solidFill>
              </a:defRPr>
            </a:lvl6pPr>
            <a:lvl7pPr lvl="6">
              <a:lnSpc>
                <a:spcPct val="85000"/>
              </a:lnSpc>
              <a:spcBef>
                <a:spcPts val="0"/>
              </a:spcBef>
              <a:spcAft>
                <a:spcPts val="0"/>
              </a:spcAft>
              <a:buNone/>
              <a:defRPr>
                <a:solidFill>
                  <a:schemeClr val="dk1"/>
                </a:solidFill>
              </a:defRPr>
            </a:lvl7pPr>
            <a:lvl8pPr lvl="7">
              <a:lnSpc>
                <a:spcPct val="85000"/>
              </a:lnSpc>
              <a:spcBef>
                <a:spcPts val="0"/>
              </a:spcBef>
              <a:spcAft>
                <a:spcPts val="0"/>
              </a:spcAft>
              <a:buNone/>
              <a:defRPr>
                <a:solidFill>
                  <a:schemeClr val="dk1"/>
                </a:solidFill>
              </a:defRPr>
            </a:lvl8pPr>
            <a:lvl9pPr lvl="8">
              <a:lnSpc>
                <a:spcPct val="85000"/>
              </a:lnSpc>
              <a:spcBef>
                <a:spcPts val="0"/>
              </a:spcBef>
              <a:spcAft>
                <a:spcPts val="0"/>
              </a:spcAft>
              <a:buNone/>
              <a:defRPr>
                <a:solidFill>
                  <a:schemeClr val="dk1"/>
                </a:solidFill>
              </a:defRPr>
            </a:lvl9pPr>
          </a:lstStyle>
          <a:p/>
        </p:txBody>
      </p:sp>
      <p:sp>
        <p:nvSpPr>
          <p:cNvPr id="233" name="Google Shape;233;p33"/>
          <p:cNvSpPr txBox="1"/>
          <p:nvPr>
            <p:ph idx="14" type="title"/>
          </p:nvPr>
        </p:nvSpPr>
        <p:spPr>
          <a:xfrm>
            <a:off x="46297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4" name="Google Shape;234;p33"/>
          <p:cNvSpPr txBox="1"/>
          <p:nvPr>
            <p:ph idx="15" type="title"/>
          </p:nvPr>
        </p:nvSpPr>
        <p:spPr>
          <a:xfrm>
            <a:off x="611180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5" name="Google Shape;235;p33"/>
          <p:cNvSpPr txBox="1"/>
          <p:nvPr>
            <p:ph idx="16" type="title"/>
          </p:nvPr>
        </p:nvSpPr>
        <p:spPr>
          <a:xfrm>
            <a:off x="7593850" y="1649525"/>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6" name="Google Shape;236;p33"/>
          <p:cNvSpPr txBox="1"/>
          <p:nvPr>
            <p:ph idx="17" type="title"/>
          </p:nvPr>
        </p:nvSpPr>
        <p:spPr>
          <a:xfrm>
            <a:off x="46297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7" name="Google Shape;237;p33"/>
          <p:cNvSpPr txBox="1"/>
          <p:nvPr>
            <p:ph idx="18" type="title"/>
          </p:nvPr>
        </p:nvSpPr>
        <p:spPr>
          <a:xfrm>
            <a:off x="611180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38" name="Google Shape;238;p33"/>
          <p:cNvSpPr txBox="1"/>
          <p:nvPr>
            <p:ph idx="19" type="title"/>
          </p:nvPr>
        </p:nvSpPr>
        <p:spPr>
          <a:xfrm>
            <a:off x="7593850" y="3995850"/>
            <a:ext cx="1257900" cy="686400"/>
          </a:xfrm>
          <a:prstGeom prst="rect">
            <a:avLst/>
          </a:prstGeom>
        </p:spPr>
        <p:txBody>
          <a:bodyPr anchorCtr="0" anchor="t" bIns="0" lIns="0" spcFirstLastPara="1" rIns="0" wrap="square" tIns="0">
            <a:noAutofit/>
          </a:bodyPr>
          <a:lstStyle>
            <a:lvl1pPr lvl="0">
              <a:lnSpc>
                <a:spcPct val="110000"/>
              </a:lnSpc>
              <a:spcBef>
                <a:spcPts val="0"/>
              </a:spcBef>
              <a:spcAft>
                <a:spcPts val="0"/>
              </a:spcAft>
              <a:buClr>
                <a:schemeClr val="dk1"/>
              </a:buClr>
              <a:buSzPts val="1000"/>
              <a:buNone/>
              <a:defRPr sz="1000">
                <a:solidFill>
                  <a:schemeClr val="dk1"/>
                </a:solidFill>
              </a:defRPr>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1">
  <p:cSld name="CUSTOM_3">
    <p:bg>
      <p:bgPr>
        <a:solidFill>
          <a:schemeClr val="accent1"/>
        </a:solidFill>
      </p:bgPr>
    </p:bg>
    <p:spTree>
      <p:nvGrpSpPr>
        <p:cNvPr id="239" name="Shape 239"/>
        <p:cNvGrpSpPr/>
        <p:nvPr/>
      </p:nvGrpSpPr>
      <p:grpSpPr>
        <a:xfrm>
          <a:off x="0" y="0"/>
          <a:ext cx="0" cy="0"/>
          <a:chOff x="0" y="0"/>
          <a:chExt cx="0" cy="0"/>
        </a:xfrm>
      </p:grpSpPr>
      <p:sp>
        <p:nvSpPr>
          <p:cNvPr id="240" name="Google Shape;240;p34"/>
          <p:cNvSpPr/>
          <p:nvPr>
            <p:ph idx="2" type="pic"/>
          </p:nvPr>
        </p:nvSpPr>
        <p:spPr>
          <a:xfrm>
            <a:off x="2456700" y="373175"/>
            <a:ext cx="1515000" cy="1616700"/>
          </a:xfrm>
          <a:prstGeom prst="rect">
            <a:avLst/>
          </a:prstGeom>
          <a:noFill/>
          <a:ln>
            <a:noFill/>
          </a:ln>
        </p:spPr>
      </p:sp>
      <p:sp>
        <p:nvSpPr>
          <p:cNvPr id="241" name="Google Shape;241;p34"/>
          <p:cNvSpPr txBox="1"/>
          <p:nvPr>
            <p:ph type="title"/>
          </p:nvPr>
        </p:nvSpPr>
        <p:spPr>
          <a:xfrm>
            <a:off x="2635350" y="2172975"/>
            <a:ext cx="1188600" cy="1524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2" name="Google Shape;242;p34"/>
          <p:cNvSpPr txBox="1"/>
          <p:nvPr>
            <p:ph idx="1" type="body"/>
          </p:nvPr>
        </p:nvSpPr>
        <p:spPr>
          <a:xfrm>
            <a:off x="263535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43" name="Google Shape;243;p34"/>
          <p:cNvSpPr txBox="1"/>
          <p:nvPr>
            <p:ph idx="3" type="title"/>
          </p:nvPr>
        </p:nvSpPr>
        <p:spPr>
          <a:xfrm>
            <a:off x="263535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44" name="Google Shape;244;p34"/>
          <p:cNvSpPr/>
          <p:nvPr>
            <p:ph idx="4" type="pic"/>
          </p:nvPr>
        </p:nvSpPr>
        <p:spPr>
          <a:xfrm>
            <a:off x="4084738" y="373175"/>
            <a:ext cx="1515000" cy="1616700"/>
          </a:xfrm>
          <a:prstGeom prst="rect">
            <a:avLst/>
          </a:prstGeom>
          <a:noFill/>
          <a:ln>
            <a:noFill/>
          </a:ln>
        </p:spPr>
      </p:sp>
      <p:sp>
        <p:nvSpPr>
          <p:cNvPr id="245" name="Google Shape;245;p34"/>
          <p:cNvSpPr txBox="1"/>
          <p:nvPr>
            <p:ph idx="5" type="title"/>
          </p:nvPr>
        </p:nvSpPr>
        <p:spPr>
          <a:xfrm>
            <a:off x="4263388"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46" name="Google Shape;246;p34"/>
          <p:cNvSpPr txBox="1"/>
          <p:nvPr>
            <p:ph idx="6" type="body"/>
          </p:nvPr>
        </p:nvSpPr>
        <p:spPr>
          <a:xfrm>
            <a:off x="4263388"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47" name="Google Shape;247;p34"/>
          <p:cNvSpPr txBox="1"/>
          <p:nvPr>
            <p:ph idx="7" type="title"/>
          </p:nvPr>
        </p:nvSpPr>
        <p:spPr>
          <a:xfrm>
            <a:off x="4263388"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48" name="Google Shape;248;p34"/>
          <p:cNvSpPr/>
          <p:nvPr>
            <p:ph idx="8" type="pic"/>
          </p:nvPr>
        </p:nvSpPr>
        <p:spPr>
          <a:xfrm>
            <a:off x="5713225" y="373175"/>
            <a:ext cx="1515000" cy="1616700"/>
          </a:xfrm>
          <a:prstGeom prst="rect">
            <a:avLst/>
          </a:prstGeom>
          <a:noFill/>
          <a:ln>
            <a:noFill/>
          </a:ln>
        </p:spPr>
      </p:sp>
      <p:sp>
        <p:nvSpPr>
          <p:cNvPr id="249" name="Google Shape;249;p34"/>
          <p:cNvSpPr txBox="1"/>
          <p:nvPr>
            <p:ph idx="9" type="title"/>
          </p:nvPr>
        </p:nvSpPr>
        <p:spPr>
          <a:xfrm>
            <a:off x="5891875"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0" name="Google Shape;250;p34"/>
          <p:cNvSpPr txBox="1"/>
          <p:nvPr>
            <p:ph idx="13" type="body"/>
          </p:nvPr>
        </p:nvSpPr>
        <p:spPr>
          <a:xfrm>
            <a:off x="5891875"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1" name="Google Shape;251;p34"/>
          <p:cNvSpPr txBox="1"/>
          <p:nvPr>
            <p:ph idx="14" type="title"/>
          </p:nvPr>
        </p:nvSpPr>
        <p:spPr>
          <a:xfrm>
            <a:off x="5891875"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2" name="Google Shape;252;p34"/>
          <p:cNvSpPr/>
          <p:nvPr>
            <p:ph idx="15" type="pic"/>
          </p:nvPr>
        </p:nvSpPr>
        <p:spPr>
          <a:xfrm>
            <a:off x="7341950" y="373175"/>
            <a:ext cx="1515000" cy="1616700"/>
          </a:xfrm>
          <a:prstGeom prst="rect">
            <a:avLst/>
          </a:prstGeom>
          <a:noFill/>
          <a:ln>
            <a:noFill/>
          </a:ln>
        </p:spPr>
      </p:sp>
      <p:sp>
        <p:nvSpPr>
          <p:cNvPr id="253" name="Google Shape;253;p34"/>
          <p:cNvSpPr txBox="1"/>
          <p:nvPr>
            <p:ph idx="16" type="title"/>
          </p:nvPr>
        </p:nvSpPr>
        <p:spPr>
          <a:xfrm>
            <a:off x="7520600" y="2172975"/>
            <a:ext cx="1188600" cy="152400"/>
          </a:xfrm>
          <a:prstGeom prst="rect">
            <a:avLst/>
          </a:prstGeom>
        </p:spPr>
        <p:txBody>
          <a:bodyPr anchorCtr="0" anchor="t" bIns="0" lIns="0" spcFirstLastPara="1" rIns="0" wrap="square" tIns="0">
            <a:noAutofit/>
          </a:bodyPr>
          <a:lstStyle>
            <a:lvl1pPr lvl="0">
              <a:spcBef>
                <a:spcPts val="0"/>
              </a:spcBef>
              <a:spcAft>
                <a:spcPts val="0"/>
              </a:spcAft>
              <a:buNone/>
              <a:defRPr sz="1000"/>
            </a:lvl1pPr>
            <a:lvl2pPr lvl="1">
              <a:lnSpc>
                <a:spcPct val="110000"/>
              </a:lnSpc>
              <a:spcBef>
                <a:spcPts val="0"/>
              </a:spcBef>
              <a:spcAft>
                <a:spcPts val="0"/>
              </a:spcAft>
              <a:buClr>
                <a:schemeClr val="dk1"/>
              </a:buClr>
              <a:buSzPts val="1000"/>
              <a:buNone/>
              <a:defRPr sz="1000">
                <a:solidFill>
                  <a:schemeClr val="dk1"/>
                </a:solidFill>
              </a:defRPr>
            </a:lvl2pPr>
            <a:lvl3pPr lvl="2">
              <a:lnSpc>
                <a:spcPct val="110000"/>
              </a:lnSpc>
              <a:spcBef>
                <a:spcPts val="0"/>
              </a:spcBef>
              <a:spcAft>
                <a:spcPts val="0"/>
              </a:spcAft>
              <a:buClr>
                <a:schemeClr val="dk1"/>
              </a:buClr>
              <a:buSzPts val="1000"/>
              <a:buNone/>
              <a:defRPr sz="1000">
                <a:solidFill>
                  <a:schemeClr val="dk1"/>
                </a:solidFill>
              </a:defRPr>
            </a:lvl3pPr>
            <a:lvl4pPr lvl="3">
              <a:lnSpc>
                <a:spcPct val="110000"/>
              </a:lnSpc>
              <a:spcBef>
                <a:spcPts val="0"/>
              </a:spcBef>
              <a:spcAft>
                <a:spcPts val="0"/>
              </a:spcAft>
              <a:buClr>
                <a:schemeClr val="dk1"/>
              </a:buClr>
              <a:buSzPts val="1000"/>
              <a:buNone/>
              <a:defRPr sz="1000">
                <a:solidFill>
                  <a:schemeClr val="dk1"/>
                </a:solidFill>
              </a:defRPr>
            </a:lvl4pPr>
            <a:lvl5pPr lvl="4">
              <a:lnSpc>
                <a:spcPct val="110000"/>
              </a:lnSpc>
              <a:spcBef>
                <a:spcPts val="0"/>
              </a:spcBef>
              <a:spcAft>
                <a:spcPts val="0"/>
              </a:spcAft>
              <a:buClr>
                <a:schemeClr val="dk1"/>
              </a:buClr>
              <a:buSzPts val="1000"/>
              <a:buNone/>
              <a:defRPr sz="1000">
                <a:solidFill>
                  <a:schemeClr val="dk1"/>
                </a:solidFill>
              </a:defRPr>
            </a:lvl5pPr>
            <a:lvl6pPr lvl="5">
              <a:lnSpc>
                <a:spcPct val="110000"/>
              </a:lnSpc>
              <a:spcBef>
                <a:spcPts val="0"/>
              </a:spcBef>
              <a:spcAft>
                <a:spcPts val="0"/>
              </a:spcAft>
              <a:buClr>
                <a:schemeClr val="dk1"/>
              </a:buClr>
              <a:buSzPts val="1000"/>
              <a:buNone/>
              <a:defRPr sz="1000">
                <a:solidFill>
                  <a:schemeClr val="dk1"/>
                </a:solidFill>
              </a:defRPr>
            </a:lvl6pPr>
            <a:lvl7pPr lvl="6">
              <a:lnSpc>
                <a:spcPct val="110000"/>
              </a:lnSpc>
              <a:spcBef>
                <a:spcPts val="0"/>
              </a:spcBef>
              <a:spcAft>
                <a:spcPts val="0"/>
              </a:spcAft>
              <a:buClr>
                <a:schemeClr val="dk1"/>
              </a:buClr>
              <a:buSzPts val="1000"/>
              <a:buNone/>
              <a:defRPr sz="1000">
                <a:solidFill>
                  <a:schemeClr val="dk1"/>
                </a:solidFill>
              </a:defRPr>
            </a:lvl7pPr>
            <a:lvl8pPr lvl="7">
              <a:lnSpc>
                <a:spcPct val="110000"/>
              </a:lnSpc>
              <a:spcBef>
                <a:spcPts val="0"/>
              </a:spcBef>
              <a:spcAft>
                <a:spcPts val="0"/>
              </a:spcAft>
              <a:buClr>
                <a:schemeClr val="dk1"/>
              </a:buClr>
              <a:buSzPts val="1000"/>
              <a:buNone/>
              <a:defRPr sz="1000">
                <a:solidFill>
                  <a:schemeClr val="dk1"/>
                </a:solidFill>
              </a:defRPr>
            </a:lvl8pPr>
            <a:lvl9pPr lvl="8">
              <a:lnSpc>
                <a:spcPct val="110000"/>
              </a:lnSpc>
              <a:spcBef>
                <a:spcPts val="0"/>
              </a:spcBef>
              <a:spcAft>
                <a:spcPts val="0"/>
              </a:spcAft>
              <a:buClr>
                <a:schemeClr val="dk1"/>
              </a:buClr>
              <a:buSzPts val="1000"/>
              <a:buNone/>
              <a:defRPr sz="1000">
                <a:solidFill>
                  <a:schemeClr val="dk1"/>
                </a:solidFill>
              </a:defRPr>
            </a:lvl9pPr>
          </a:lstStyle>
          <a:p/>
        </p:txBody>
      </p:sp>
      <p:sp>
        <p:nvSpPr>
          <p:cNvPr id="254" name="Google Shape;254;p34"/>
          <p:cNvSpPr txBox="1"/>
          <p:nvPr>
            <p:ph idx="17" type="body"/>
          </p:nvPr>
        </p:nvSpPr>
        <p:spPr>
          <a:xfrm>
            <a:off x="7520600" y="2832368"/>
            <a:ext cx="1161900" cy="1670700"/>
          </a:xfrm>
          <a:prstGeom prst="rect">
            <a:avLst/>
          </a:prstGeom>
        </p:spPr>
        <p:txBody>
          <a:bodyPr anchorCtr="0" anchor="t" bIns="0" lIns="0" spcFirstLastPara="1" rIns="0" wrap="square" tIns="0">
            <a:noAutofit/>
          </a:bodyPr>
          <a:lstStyle>
            <a:lvl1pPr indent="-279400" lvl="0" marL="457200">
              <a:lnSpc>
                <a:spcPct val="115000"/>
              </a:lnSpc>
              <a:spcBef>
                <a:spcPts val="0"/>
              </a:spcBef>
              <a:spcAft>
                <a:spcPts val="0"/>
              </a:spcAft>
              <a:buClr>
                <a:schemeClr val="lt1"/>
              </a:buClr>
              <a:buSzPts val="800"/>
              <a:buFont typeface="Inter"/>
              <a:buChar char="●"/>
              <a:defRPr sz="800"/>
            </a:lvl1pPr>
            <a:lvl2pPr indent="-279400" lvl="1" marL="914400">
              <a:lnSpc>
                <a:spcPct val="115000"/>
              </a:lnSpc>
              <a:spcBef>
                <a:spcPts val="0"/>
              </a:spcBef>
              <a:spcAft>
                <a:spcPts val="0"/>
              </a:spcAft>
              <a:buClr>
                <a:schemeClr val="lt1"/>
              </a:buClr>
              <a:buSzPts val="800"/>
              <a:buFont typeface="Inter"/>
              <a:buChar char="○"/>
              <a:defRPr sz="800"/>
            </a:lvl2pPr>
            <a:lvl3pPr indent="-279400" lvl="2" marL="1371600">
              <a:lnSpc>
                <a:spcPct val="115000"/>
              </a:lnSpc>
              <a:spcBef>
                <a:spcPts val="0"/>
              </a:spcBef>
              <a:spcAft>
                <a:spcPts val="0"/>
              </a:spcAft>
              <a:buClr>
                <a:schemeClr val="lt1"/>
              </a:buClr>
              <a:buSzPts val="800"/>
              <a:buFont typeface="Inter"/>
              <a:buChar char="■"/>
              <a:defRPr sz="800"/>
            </a:lvl3pPr>
            <a:lvl4pPr indent="-279400" lvl="3" marL="1828800">
              <a:lnSpc>
                <a:spcPct val="115000"/>
              </a:lnSpc>
              <a:spcBef>
                <a:spcPts val="0"/>
              </a:spcBef>
              <a:spcAft>
                <a:spcPts val="0"/>
              </a:spcAft>
              <a:buClr>
                <a:schemeClr val="lt1"/>
              </a:buClr>
              <a:buSzPts val="800"/>
              <a:buFont typeface="Inter"/>
              <a:buChar char="●"/>
              <a:defRPr sz="800"/>
            </a:lvl4pPr>
            <a:lvl5pPr indent="-279400" lvl="4" marL="2286000">
              <a:lnSpc>
                <a:spcPct val="115000"/>
              </a:lnSpc>
              <a:spcBef>
                <a:spcPts val="0"/>
              </a:spcBef>
              <a:spcAft>
                <a:spcPts val="0"/>
              </a:spcAft>
              <a:buClr>
                <a:schemeClr val="lt1"/>
              </a:buClr>
              <a:buSzPts val="800"/>
              <a:buFont typeface="Inter"/>
              <a:buChar char="○"/>
              <a:defRPr sz="800"/>
            </a:lvl5pPr>
            <a:lvl6pPr indent="-279400" lvl="5" marL="2743200">
              <a:lnSpc>
                <a:spcPct val="115000"/>
              </a:lnSpc>
              <a:spcBef>
                <a:spcPts val="0"/>
              </a:spcBef>
              <a:spcAft>
                <a:spcPts val="0"/>
              </a:spcAft>
              <a:buClr>
                <a:schemeClr val="lt1"/>
              </a:buClr>
              <a:buSzPts val="800"/>
              <a:buFont typeface="Inter"/>
              <a:buChar char="■"/>
              <a:defRPr sz="800"/>
            </a:lvl6pPr>
            <a:lvl7pPr indent="-279400" lvl="6" marL="3200400">
              <a:lnSpc>
                <a:spcPct val="115000"/>
              </a:lnSpc>
              <a:spcBef>
                <a:spcPts val="0"/>
              </a:spcBef>
              <a:spcAft>
                <a:spcPts val="0"/>
              </a:spcAft>
              <a:buClr>
                <a:schemeClr val="lt1"/>
              </a:buClr>
              <a:buSzPts val="800"/>
              <a:buFont typeface="Inter"/>
              <a:buChar char="●"/>
              <a:defRPr sz="800"/>
            </a:lvl7pPr>
            <a:lvl8pPr indent="-279400" lvl="7" marL="3657600">
              <a:lnSpc>
                <a:spcPct val="115000"/>
              </a:lnSpc>
              <a:spcBef>
                <a:spcPts val="0"/>
              </a:spcBef>
              <a:spcAft>
                <a:spcPts val="0"/>
              </a:spcAft>
              <a:buClr>
                <a:schemeClr val="lt1"/>
              </a:buClr>
              <a:buSzPts val="800"/>
              <a:buFont typeface="Inter"/>
              <a:buChar char="○"/>
              <a:defRPr sz="800"/>
            </a:lvl8pPr>
            <a:lvl9pPr indent="-279400" lvl="8" marL="4114800">
              <a:lnSpc>
                <a:spcPct val="115000"/>
              </a:lnSpc>
              <a:spcBef>
                <a:spcPts val="0"/>
              </a:spcBef>
              <a:spcAft>
                <a:spcPts val="0"/>
              </a:spcAft>
              <a:buClr>
                <a:schemeClr val="lt1"/>
              </a:buClr>
              <a:buSzPts val="800"/>
              <a:buFont typeface="Inter"/>
              <a:buChar char="■"/>
              <a:defRPr sz="800"/>
            </a:lvl9pPr>
          </a:lstStyle>
          <a:p/>
        </p:txBody>
      </p:sp>
      <p:sp>
        <p:nvSpPr>
          <p:cNvPr id="255" name="Google Shape;255;p34"/>
          <p:cNvSpPr txBox="1"/>
          <p:nvPr>
            <p:ph idx="18" type="title"/>
          </p:nvPr>
        </p:nvSpPr>
        <p:spPr>
          <a:xfrm>
            <a:off x="7520600" y="2325375"/>
            <a:ext cx="1188600" cy="2781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800"/>
              <a:buNone/>
              <a:defRPr sz="800"/>
            </a:lvl2pPr>
            <a:lvl3pPr lvl="2">
              <a:lnSpc>
                <a:spcPct val="110000"/>
              </a:lnSpc>
              <a:spcBef>
                <a:spcPts val="0"/>
              </a:spcBef>
              <a:spcAft>
                <a:spcPts val="0"/>
              </a:spcAft>
              <a:buSzPts val="800"/>
              <a:buNone/>
              <a:defRPr sz="800"/>
            </a:lvl3pPr>
            <a:lvl4pPr lvl="3">
              <a:lnSpc>
                <a:spcPct val="110000"/>
              </a:lnSpc>
              <a:spcBef>
                <a:spcPts val="0"/>
              </a:spcBef>
              <a:spcAft>
                <a:spcPts val="0"/>
              </a:spcAft>
              <a:buSzPts val="800"/>
              <a:buNone/>
              <a:defRPr sz="800"/>
            </a:lvl4pPr>
            <a:lvl5pPr lvl="4">
              <a:lnSpc>
                <a:spcPct val="110000"/>
              </a:lnSpc>
              <a:spcBef>
                <a:spcPts val="0"/>
              </a:spcBef>
              <a:spcAft>
                <a:spcPts val="0"/>
              </a:spcAft>
              <a:buSzPts val="800"/>
              <a:buNone/>
              <a:defRPr sz="800"/>
            </a:lvl5pPr>
            <a:lvl6pPr lvl="5">
              <a:lnSpc>
                <a:spcPct val="110000"/>
              </a:lnSpc>
              <a:spcBef>
                <a:spcPts val="0"/>
              </a:spcBef>
              <a:spcAft>
                <a:spcPts val="0"/>
              </a:spcAft>
              <a:buSzPts val="800"/>
              <a:buNone/>
              <a:defRPr sz="800"/>
            </a:lvl6pPr>
            <a:lvl7pPr lvl="6">
              <a:lnSpc>
                <a:spcPct val="110000"/>
              </a:lnSpc>
              <a:spcBef>
                <a:spcPts val="0"/>
              </a:spcBef>
              <a:spcAft>
                <a:spcPts val="0"/>
              </a:spcAft>
              <a:buSzPts val="800"/>
              <a:buNone/>
              <a:defRPr sz="800"/>
            </a:lvl7pPr>
            <a:lvl8pPr lvl="7">
              <a:lnSpc>
                <a:spcPct val="110000"/>
              </a:lnSpc>
              <a:spcBef>
                <a:spcPts val="0"/>
              </a:spcBef>
              <a:spcAft>
                <a:spcPts val="0"/>
              </a:spcAft>
              <a:buSzPts val="800"/>
              <a:buNone/>
              <a:defRPr sz="800"/>
            </a:lvl8pPr>
            <a:lvl9pPr lvl="8">
              <a:lnSpc>
                <a:spcPct val="110000"/>
              </a:lnSpc>
              <a:spcBef>
                <a:spcPts val="0"/>
              </a:spcBef>
              <a:spcAft>
                <a:spcPts val="0"/>
              </a:spcAft>
              <a:buSzPts val="800"/>
              <a:buNone/>
              <a:defRPr sz="800"/>
            </a:lvl9pPr>
          </a:lstStyle>
          <a:p/>
        </p:txBody>
      </p:sp>
      <p:sp>
        <p:nvSpPr>
          <p:cNvPr id="256" name="Google Shape;256;p34"/>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7" name="Google Shape;257;p34"/>
          <p:cNvSpPr txBox="1"/>
          <p:nvPr>
            <p:ph idx="19"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8" name="Google Shape;258;p34"/>
          <p:cNvSpPr txBox="1"/>
          <p:nvPr>
            <p:ph idx="20"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9" name="Google Shape;259;p34"/>
          <p:cNvSpPr txBox="1"/>
          <p:nvPr>
            <p:ph idx="21" type="title"/>
          </p:nvPr>
        </p:nvSpPr>
        <p:spPr>
          <a:xfrm>
            <a:off x="283850" y="285900"/>
            <a:ext cx="2055600" cy="12696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description - Alt 2">
  <p:cSld name="CUSTOM_4">
    <p:spTree>
      <p:nvGrpSpPr>
        <p:cNvPr id="260" name="Shape 260"/>
        <p:cNvGrpSpPr/>
        <p:nvPr/>
      </p:nvGrpSpPr>
      <p:grpSpPr>
        <a:xfrm>
          <a:off x="0" y="0"/>
          <a:ext cx="0" cy="0"/>
          <a:chOff x="0" y="0"/>
          <a:chExt cx="0" cy="0"/>
        </a:xfrm>
      </p:grpSpPr>
      <p:sp>
        <p:nvSpPr>
          <p:cNvPr id="261" name="Google Shape;261;p35"/>
          <p:cNvSpPr txBox="1"/>
          <p:nvPr>
            <p:ph type="title"/>
          </p:nvPr>
        </p:nvSpPr>
        <p:spPr>
          <a:xfrm>
            <a:off x="1049249" y="2030625"/>
            <a:ext cx="1902000" cy="243600"/>
          </a:xfrm>
          <a:prstGeom prst="rect">
            <a:avLst/>
          </a:prstGeom>
        </p:spPr>
        <p:txBody>
          <a:bodyPr anchorCtr="0" anchor="t" bIns="0" lIns="0" spcFirstLastPara="1" rIns="0" wrap="square" tIns="0">
            <a:noAutofit/>
          </a:bodyPr>
          <a:lstStyle>
            <a:lvl1pPr lvl="0">
              <a:spcBef>
                <a:spcPts val="0"/>
              </a:spcBef>
              <a:spcAft>
                <a:spcPts val="0"/>
              </a:spcAft>
              <a:buClr>
                <a:schemeClr val="lt1"/>
              </a:buClr>
              <a:buSzPts val="1100"/>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2" name="Google Shape;262;p35"/>
          <p:cNvSpPr txBox="1"/>
          <p:nvPr>
            <p:ph idx="1" type="body"/>
          </p:nvPr>
        </p:nvSpPr>
        <p:spPr>
          <a:xfrm>
            <a:off x="1049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3" name="Google Shape;263;p35"/>
          <p:cNvSpPr txBox="1"/>
          <p:nvPr>
            <p:ph idx="2" type="title"/>
          </p:nvPr>
        </p:nvSpPr>
        <p:spPr>
          <a:xfrm>
            <a:off x="1049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4" name="Google Shape;264;p35"/>
          <p:cNvSpPr txBox="1"/>
          <p:nvPr>
            <p:ph idx="3" type="body"/>
          </p:nvPr>
        </p:nvSpPr>
        <p:spPr>
          <a:xfrm>
            <a:off x="1049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5" name="Google Shape;265;p35"/>
          <p:cNvSpPr txBox="1"/>
          <p:nvPr>
            <p:ph idx="4" type="title"/>
          </p:nvPr>
        </p:nvSpPr>
        <p:spPr>
          <a:xfrm>
            <a:off x="3950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6" name="Google Shape;266;p35"/>
          <p:cNvSpPr txBox="1"/>
          <p:nvPr>
            <p:ph idx="5" type="body"/>
          </p:nvPr>
        </p:nvSpPr>
        <p:spPr>
          <a:xfrm>
            <a:off x="3950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7" name="Google Shape;267;p35"/>
          <p:cNvSpPr txBox="1"/>
          <p:nvPr>
            <p:ph idx="6" type="title"/>
          </p:nvPr>
        </p:nvSpPr>
        <p:spPr>
          <a:xfrm>
            <a:off x="3950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68" name="Google Shape;268;p35"/>
          <p:cNvSpPr txBox="1"/>
          <p:nvPr>
            <p:ph idx="7" type="body"/>
          </p:nvPr>
        </p:nvSpPr>
        <p:spPr>
          <a:xfrm>
            <a:off x="3950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69" name="Google Shape;269;p35"/>
          <p:cNvSpPr txBox="1"/>
          <p:nvPr>
            <p:ph idx="8" type="title"/>
          </p:nvPr>
        </p:nvSpPr>
        <p:spPr>
          <a:xfrm>
            <a:off x="6851249" y="20306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0" name="Google Shape;270;p35"/>
          <p:cNvSpPr txBox="1"/>
          <p:nvPr>
            <p:ph idx="9" type="body"/>
          </p:nvPr>
        </p:nvSpPr>
        <p:spPr>
          <a:xfrm>
            <a:off x="6851250" y="23968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1" name="Google Shape;271;p35"/>
          <p:cNvSpPr txBox="1"/>
          <p:nvPr>
            <p:ph idx="13" type="title"/>
          </p:nvPr>
        </p:nvSpPr>
        <p:spPr>
          <a:xfrm>
            <a:off x="6851249" y="3575325"/>
            <a:ext cx="1902000" cy="243600"/>
          </a:xfrm>
          <a:prstGeom prst="rect">
            <a:avLst/>
          </a:prstGeom>
        </p:spPr>
        <p:txBody>
          <a:bodyPr anchorCtr="0" anchor="t" bIns="0" lIns="0" spcFirstLastPara="1" rIns="0" wrap="square" tIns="0">
            <a:noAutofit/>
          </a:bodyPr>
          <a:lstStyle>
            <a:lvl1pPr lvl="0">
              <a:spcBef>
                <a:spcPts val="0"/>
              </a:spcBef>
              <a:spcAft>
                <a:spcPts val="0"/>
              </a:spcAft>
              <a:buNone/>
              <a:defRPr sz="800"/>
            </a:lvl1pPr>
            <a:lvl2pPr lvl="1">
              <a:lnSpc>
                <a:spcPct val="110000"/>
              </a:lnSpc>
              <a:spcBef>
                <a:spcPts val="0"/>
              </a:spcBef>
              <a:spcAft>
                <a:spcPts val="0"/>
              </a:spcAft>
              <a:buSzPts val="1000"/>
              <a:buNone/>
              <a:defRPr sz="1000"/>
            </a:lvl2pPr>
            <a:lvl3pPr lvl="2">
              <a:lnSpc>
                <a:spcPct val="110000"/>
              </a:lnSpc>
              <a:spcBef>
                <a:spcPts val="0"/>
              </a:spcBef>
              <a:spcAft>
                <a:spcPts val="0"/>
              </a:spcAft>
              <a:buSzPts val="1000"/>
              <a:buNone/>
              <a:defRPr sz="1000"/>
            </a:lvl3pPr>
            <a:lvl4pPr lvl="3">
              <a:lnSpc>
                <a:spcPct val="110000"/>
              </a:lnSpc>
              <a:spcBef>
                <a:spcPts val="0"/>
              </a:spcBef>
              <a:spcAft>
                <a:spcPts val="0"/>
              </a:spcAft>
              <a:buSzPts val="1000"/>
              <a:buNone/>
              <a:defRPr sz="1000"/>
            </a:lvl4pPr>
            <a:lvl5pPr lvl="4">
              <a:lnSpc>
                <a:spcPct val="110000"/>
              </a:lnSpc>
              <a:spcBef>
                <a:spcPts val="0"/>
              </a:spcBef>
              <a:spcAft>
                <a:spcPts val="0"/>
              </a:spcAft>
              <a:buSzPts val="1000"/>
              <a:buNone/>
              <a:defRPr sz="1000"/>
            </a:lvl5pPr>
            <a:lvl6pPr lvl="5">
              <a:lnSpc>
                <a:spcPct val="110000"/>
              </a:lnSpc>
              <a:spcBef>
                <a:spcPts val="0"/>
              </a:spcBef>
              <a:spcAft>
                <a:spcPts val="0"/>
              </a:spcAft>
              <a:buSzPts val="1000"/>
              <a:buNone/>
              <a:defRPr sz="1000"/>
            </a:lvl6pPr>
            <a:lvl7pPr lvl="6">
              <a:lnSpc>
                <a:spcPct val="110000"/>
              </a:lnSpc>
              <a:spcBef>
                <a:spcPts val="0"/>
              </a:spcBef>
              <a:spcAft>
                <a:spcPts val="0"/>
              </a:spcAft>
              <a:buSzPts val="1000"/>
              <a:buNone/>
              <a:defRPr sz="1000"/>
            </a:lvl7pPr>
            <a:lvl8pPr lvl="7">
              <a:lnSpc>
                <a:spcPct val="110000"/>
              </a:lnSpc>
              <a:spcBef>
                <a:spcPts val="0"/>
              </a:spcBef>
              <a:spcAft>
                <a:spcPts val="0"/>
              </a:spcAft>
              <a:buSzPts val="1000"/>
              <a:buNone/>
              <a:defRPr sz="1000"/>
            </a:lvl8pPr>
            <a:lvl9pPr lvl="8">
              <a:lnSpc>
                <a:spcPct val="110000"/>
              </a:lnSpc>
              <a:spcBef>
                <a:spcPts val="0"/>
              </a:spcBef>
              <a:spcAft>
                <a:spcPts val="0"/>
              </a:spcAft>
              <a:buSzPts val="1000"/>
              <a:buNone/>
              <a:defRPr sz="1000"/>
            </a:lvl9pPr>
          </a:lstStyle>
          <a:p/>
        </p:txBody>
      </p:sp>
      <p:sp>
        <p:nvSpPr>
          <p:cNvPr id="272" name="Google Shape;272;p35"/>
          <p:cNvSpPr txBox="1"/>
          <p:nvPr>
            <p:ph idx="14" type="body"/>
          </p:nvPr>
        </p:nvSpPr>
        <p:spPr>
          <a:xfrm>
            <a:off x="6851250" y="3941500"/>
            <a:ext cx="1902000" cy="639600"/>
          </a:xfrm>
          <a:prstGeom prst="rect">
            <a:avLst/>
          </a:prstGeom>
        </p:spPr>
        <p:txBody>
          <a:bodyPr anchorCtr="0" anchor="t" bIns="0" lIns="0" spcFirstLastPara="1" rIns="0" wrap="square" tIns="0">
            <a:noAutofit/>
          </a:bodyPr>
          <a:lstStyle>
            <a:lvl1pPr indent="-279400" lvl="0" marL="457200">
              <a:spcBef>
                <a:spcPts val="0"/>
              </a:spcBef>
              <a:spcAft>
                <a:spcPts val="0"/>
              </a:spcAft>
              <a:buClr>
                <a:schemeClr val="lt1"/>
              </a:buClr>
              <a:buSzPts val="800"/>
              <a:buFont typeface="Inter"/>
              <a:buChar char="●"/>
              <a:defRPr sz="800"/>
            </a:lvl1pPr>
            <a:lvl2pPr indent="-279400" lvl="1" marL="914400">
              <a:spcBef>
                <a:spcPts val="0"/>
              </a:spcBef>
              <a:spcAft>
                <a:spcPts val="0"/>
              </a:spcAft>
              <a:buClr>
                <a:schemeClr val="lt1"/>
              </a:buClr>
              <a:buSzPts val="800"/>
              <a:buFont typeface="Inter"/>
              <a:buChar char="○"/>
              <a:defRPr sz="800"/>
            </a:lvl2pPr>
            <a:lvl3pPr indent="-279400" lvl="2" marL="1371600">
              <a:spcBef>
                <a:spcPts val="0"/>
              </a:spcBef>
              <a:spcAft>
                <a:spcPts val="0"/>
              </a:spcAft>
              <a:buClr>
                <a:schemeClr val="lt1"/>
              </a:buClr>
              <a:buSzPts val="800"/>
              <a:buFont typeface="Inter"/>
              <a:buChar char="■"/>
              <a:defRPr sz="800"/>
            </a:lvl3pPr>
            <a:lvl4pPr indent="-279400" lvl="3" marL="1828800">
              <a:spcBef>
                <a:spcPts val="0"/>
              </a:spcBef>
              <a:spcAft>
                <a:spcPts val="0"/>
              </a:spcAft>
              <a:buClr>
                <a:schemeClr val="lt1"/>
              </a:buClr>
              <a:buSzPts val="800"/>
              <a:buFont typeface="Inter"/>
              <a:buChar char="●"/>
              <a:defRPr sz="800"/>
            </a:lvl4pPr>
            <a:lvl5pPr indent="-279400" lvl="4" marL="2286000">
              <a:spcBef>
                <a:spcPts val="0"/>
              </a:spcBef>
              <a:spcAft>
                <a:spcPts val="0"/>
              </a:spcAft>
              <a:buClr>
                <a:schemeClr val="lt1"/>
              </a:buClr>
              <a:buSzPts val="800"/>
              <a:buFont typeface="Inter"/>
              <a:buChar char="○"/>
              <a:defRPr sz="800"/>
            </a:lvl5pPr>
            <a:lvl6pPr indent="-279400" lvl="5" marL="2743200">
              <a:spcBef>
                <a:spcPts val="0"/>
              </a:spcBef>
              <a:spcAft>
                <a:spcPts val="0"/>
              </a:spcAft>
              <a:buClr>
                <a:schemeClr val="lt1"/>
              </a:buClr>
              <a:buSzPts val="800"/>
              <a:buFont typeface="Inter"/>
              <a:buChar char="■"/>
              <a:defRPr sz="800"/>
            </a:lvl6pPr>
            <a:lvl7pPr indent="-279400" lvl="6" marL="3200400">
              <a:spcBef>
                <a:spcPts val="0"/>
              </a:spcBef>
              <a:spcAft>
                <a:spcPts val="0"/>
              </a:spcAft>
              <a:buClr>
                <a:schemeClr val="lt1"/>
              </a:buClr>
              <a:buSzPts val="800"/>
              <a:buFont typeface="Inter"/>
              <a:buChar char="●"/>
              <a:defRPr sz="800"/>
            </a:lvl7pPr>
            <a:lvl8pPr indent="-279400" lvl="7" marL="3657600">
              <a:spcBef>
                <a:spcPts val="0"/>
              </a:spcBef>
              <a:spcAft>
                <a:spcPts val="0"/>
              </a:spcAft>
              <a:buClr>
                <a:schemeClr val="lt1"/>
              </a:buClr>
              <a:buSzPts val="800"/>
              <a:buFont typeface="Inter"/>
              <a:buChar char="○"/>
              <a:defRPr sz="800"/>
            </a:lvl8pPr>
            <a:lvl9pPr indent="-279400" lvl="8" marL="4114800">
              <a:spcBef>
                <a:spcPts val="0"/>
              </a:spcBef>
              <a:spcAft>
                <a:spcPts val="0"/>
              </a:spcAft>
              <a:buClr>
                <a:schemeClr val="lt1"/>
              </a:buClr>
              <a:buSzPts val="800"/>
              <a:buFont typeface="Inter"/>
              <a:buChar char="■"/>
              <a:defRPr sz="800"/>
            </a:lvl9pPr>
          </a:lstStyle>
          <a:p/>
        </p:txBody>
      </p:sp>
      <p:sp>
        <p:nvSpPr>
          <p:cNvPr id="273" name="Google Shape;273;p35"/>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74" name="Google Shape;274;p35"/>
          <p:cNvSpPr txBox="1"/>
          <p:nvPr>
            <p:ph idx="15" type="title"/>
          </p:nvPr>
        </p:nvSpPr>
        <p:spPr>
          <a:xfrm>
            <a:off x="283850" y="285900"/>
            <a:ext cx="85719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a:lvl1pPr>
            <a:lvl2pPr lvl="1">
              <a:lnSpc>
                <a:spcPct val="85000"/>
              </a:lnSpc>
              <a:spcBef>
                <a:spcPts val="0"/>
              </a:spcBef>
              <a:spcAft>
                <a:spcPts val="0"/>
              </a:spcAft>
              <a:buNone/>
              <a:defRPr/>
            </a:lvl2pPr>
            <a:lvl3pPr lvl="2">
              <a:lnSpc>
                <a:spcPct val="85000"/>
              </a:lnSpc>
              <a:spcBef>
                <a:spcPts val="0"/>
              </a:spcBef>
              <a:spcAft>
                <a:spcPts val="0"/>
              </a:spcAft>
              <a:buNone/>
              <a:defRPr/>
            </a:lvl3pPr>
            <a:lvl4pPr lvl="3">
              <a:lnSpc>
                <a:spcPct val="85000"/>
              </a:lnSpc>
              <a:spcBef>
                <a:spcPts val="0"/>
              </a:spcBef>
              <a:spcAft>
                <a:spcPts val="0"/>
              </a:spcAft>
              <a:buNone/>
              <a:defRPr/>
            </a:lvl4pPr>
            <a:lvl5pPr lvl="4">
              <a:lnSpc>
                <a:spcPct val="85000"/>
              </a:lnSpc>
              <a:spcBef>
                <a:spcPts val="0"/>
              </a:spcBef>
              <a:spcAft>
                <a:spcPts val="0"/>
              </a:spcAft>
              <a:buNone/>
              <a:defRPr/>
            </a:lvl5pPr>
            <a:lvl6pPr lvl="5">
              <a:lnSpc>
                <a:spcPct val="85000"/>
              </a:lnSpc>
              <a:spcBef>
                <a:spcPts val="0"/>
              </a:spcBef>
              <a:spcAft>
                <a:spcPts val="0"/>
              </a:spcAft>
              <a:buNone/>
              <a:defRPr/>
            </a:lvl6pPr>
            <a:lvl7pPr lvl="6">
              <a:lnSpc>
                <a:spcPct val="85000"/>
              </a:lnSpc>
              <a:spcBef>
                <a:spcPts val="0"/>
              </a:spcBef>
              <a:spcAft>
                <a:spcPts val="0"/>
              </a:spcAft>
              <a:buNone/>
              <a:defRPr/>
            </a:lvl7pPr>
            <a:lvl8pPr lvl="7">
              <a:lnSpc>
                <a:spcPct val="85000"/>
              </a:lnSpc>
              <a:spcBef>
                <a:spcPts val="0"/>
              </a:spcBef>
              <a:spcAft>
                <a:spcPts val="0"/>
              </a:spcAft>
              <a:buNone/>
              <a:defRPr/>
            </a:lvl8pPr>
            <a:lvl9pPr lvl="8">
              <a:lnSpc>
                <a:spcPct val="85000"/>
              </a:lnSpc>
              <a:spcBef>
                <a:spcPts val="0"/>
              </a:spcBef>
              <a:spcAft>
                <a:spcPts val="0"/>
              </a:spcAft>
              <a:buNone/>
              <a:defRPr/>
            </a:lvl9pPr>
          </a:lstStyle>
          <a:p/>
        </p:txBody>
      </p:sp>
      <p:sp>
        <p:nvSpPr>
          <p:cNvPr id="275" name="Google Shape;275;p35"/>
          <p:cNvSpPr/>
          <p:nvPr>
            <p:ph idx="16" type="pic"/>
          </p:nvPr>
        </p:nvSpPr>
        <p:spPr>
          <a:xfrm>
            <a:off x="290325" y="1862825"/>
            <a:ext cx="663000" cy="1271100"/>
          </a:xfrm>
          <a:prstGeom prst="rect">
            <a:avLst/>
          </a:prstGeom>
          <a:noFill/>
          <a:ln>
            <a:noFill/>
          </a:ln>
        </p:spPr>
      </p:sp>
      <p:sp>
        <p:nvSpPr>
          <p:cNvPr id="276" name="Google Shape;276;p35"/>
          <p:cNvSpPr/>
          <p:nvPr>
            <p:ph idx="17" type="pic"/>
          </p:nvPr>
        </p:nvSpPr>
        <p:spPr>
          <a:xfrm>
            <a:off x="290325" y="3407525"/>
            <a:ext cx="663000" cy="1271100"/>
          </a:xfrm>
          <a:prstGeom prst="rect">
            <a:avLst/>
          </a:prstGeom>
          <a:noFill/>
          <a:ln>
            <a:noFill/>
          </a:ln>
        </p:spPr>
      </p:sp>
      <p:sp>
        <p:nvSpPr>
          <p:cNvPr id="277" name="Google Shape;277;p35"/>
          <p:cNvSpPr/>
          <p:nvPr>
            <p:ph idx="18" type="pic"/>
          </p:nvPr>
        </p:nvSpPr>
        <p:spPr>
          <a:xfrm>
            <a:off x="3191325" y="1862825"/>
            <a:ext cx="663000" cy="1271100"/>
          </a:xfrm>
          <a:prstGeom prst="rect">
            <a:avLst/>
          </a:prstGeom>
          <a:noFill/>
          <a:ln>
            <a:noFill/>
          </a:ln>
        </p:spPr>
      </p:sp>
      <p:sp>
        <p:nvSpPr>
          <p:cNvPr id="278" name="Google Shape;278;p35"/>
          <p:cNvSpPr/>
          <p:nvPr>
            <p:ph idx="19" type="pic"/>
          </p:nvPr>
        </p:nvSpPr>
        <p:spPr>
          <a:xfrm>
            <a:off x="3191325" y="3407525"/>
            <a:ext cx="663000" cy="1271100"/>
          </a:xfrm>
          <a:prstGeom prst="rect">
            <a:avLst/>
          </a:prstGeom>
          <a:noFill/>
          <a:ln>
            <a:noFill/>
          </a:ln>
        </p:spPr>
      </p:sp>
      <p:sp>
        <p:nvSpPr>
          <p:cNvPr id="279" name="Google Shape;279;p35"/>
          <p:cNvSpPr/>
          <p:nvPr>
            <p:ph idx="20" type="pic"/>
          </p:nvPr>
        </p:nvSpPr>
        <p:spPr>
          <a:xfrm>
            <a:off x="6092325" y="1862825"/>
            <a:ext cx="663000" cy="1271100"/>
          </a:xfrm>
          <a:prstGeom prst="rect">
            <a:avLst/>
          </a:prstGeom>
          <a:noFill/>
          <a:ln>
            <a:noFill/>
          </a:ln>
        </p:spPr>
      </p:sp>
      <p:sp>
        <p:nvSpPr>
          <p:cNvPr id="280" name="Google Shape;280;p35"/>
          <p:cNvSpPr/>
          <p:nvPr>
            <p:ph idx="21" type="pic"/>
          </p:nvPr>
        </p:nvSpPr>
        <p:spPr>
          <a:xfrm>
            <a:off x="6092325" y="3407525"/>
            <a:ext cx="663000" cy="1271100"/>
          </a:xfrm>
          <a:prstGeom prst="rect">
            <a:avLst/>
          </a:prstGeom>
          <a:noFill/>
          <a:ln>
            <a:noFill/>
          </a:ln>
        </p:spPr>
      </p:sp>
      <p:sp>
        <p:nvSpPr>
          <p:cNvPr id="281" name="Google Shape;281;p35"/>
          <p:cNvSpPr txBox="1"/>
          <p:nvPr>
            <p:ph idx="2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82" name="Google Shape;282;p35"/>
          <p:cNvSpPr txBox="1"/>
          <p:nvPr>
            <p:ph idx="2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image grid and body text">
  <p:cSld name="CUSTOM_2">
    <p:bg>
      <p:bgPr>
        <a:solidFill>
          <a:schemeClr val="lt1"/>
        </a:solidFill>
      </p:bgPr>
    </p:bg>
    <p:spTree>
      <p:nvGrpSpPr>
        <p:cNvPr id="283" name="Shape 283"/>
        <p:cNvGrpSpPr/>
        <p:nvPr/>
      </p:nvGrpSpPr>
      <p:grpSpPr>
        <a:xfrm>
          <a:off x="0" y="0"/>
          <a:ext cx="0" cy="0"/>
          <a:chOff x="0" y="0"/>
          <a:chExt cx="0" cy="0"/>
        </a:xfrm>
      </p:grpSpPr>
      <p:sp>
        <p:nvSpPr>
          <p:cNvPr id="284" name="Google Shape;284;p36"/>
          <p:cNvSpPr/>
          <p:nvPr>
            <p:ph idx="2" type="pic"/>
          </p:nvPr>
        </p:nvSpPr>
        <p:spPr>
          <a:xfrm>
            <a:off x="3186000" y="3242875"/>
            <a:ext cx="2798100" cy="1440600"/>
          </a:xfrm>
          <a:prstGeom prst="rect">
            <a:avLst/>
          </a:prstGeom>
          <a:noFill/>
          <a:ln>
            <a:noFill/>
          </a:ln>
        </p:spPr>
      </p:sp>
      <p:sp>
        <p:nvSpPr>
          <p:cNvPr id="285" name="Google Shape;285;p36"/>
          <p:cNvSpPr/>
          <p:nvPr>
            <p:ph idx="3" type="pic"/>
          </p:nvPr>
        </p:nvSpPr>
        <p:spPr>
          <a:xfrm>
            <a:off x="5984100" y="3242875"/>
            <a:ext cx="1440600" cy="1440600"/>
          </a:xfrm>
          <a:prstGeom prst="rect">
            <a:avLst/>
          </a:prstGeom>
          <a:noFill/>
          <a:ln>
            <a:noFill/>
          </a:ln>
        </p:spPr>
      </p:sp>
      <p:sp>
        <p:nvSpPr>
          <p:cNvPr id="286" name="Google Shape;286;p36"/>
          <p:cNvSpPr/>
          <p:nvPr>
            <p:ph idx="4" type="pic"/>
          </p:nvPr>
        </p:nvSpPr>
        <p:spPr>
          <a:xfrm>
            <a:off x="7412150" y="1440350"/>
            <a:ext cx="1441500" cy="3243000"/>
          </a:xfrm>
          <a:prstGeom prst="rect">
            <a:avLst/>
          </a:prstGeom>
          <a:noFill/>
          <a:ln>
            <a:noFill/>
          </a:ln>
        </p:spPr>
      </p:sp>
      <p:sp>
        <p:nvSpPr>
          <p:cNvPr id="287" name="Google Shape;287;p36"/>
          <p:cNvSpPr/>
          <p:nvPr>
            <p:ph idx="5" type="pic"/>
          </p:nvPr>
        </p:nvSpPr>
        <p:spPr>
          <a:xfrm>
            <a:off x="7412150" y="0"/>
            <a:ext cx="1441500" cy="1440600"/>
          </a:xfrm>
          <a:prstGeom prst="rect">
            <a:avLst/>
          </a:prstGeom>
          <a:noFill/>
          <a:ln>
            <a:noFill/>
          </a:ln>
        </p:spPr>
      </p:sp>
      <p:sp>
        <p:nvSpPr>
          <p:cNvPr id="288" name="Google Shape;288;p36"/>
          <p:cNvSpPr/>
          <p:nvPr>
            <p:ph idx="6" type="pic"/>
          </p:nvPr>
        </p:nvSpPr>
        <p:spPr>
          <a:xfrm>
            <a:off x="3184850" y="0"/>
            <a:ext cx="4227300" cy="3243000"/>
          </a:xfrm>
          <a:prstGeom prst="rect">
            <a:avLst/>
          </a:prstGeom>
          <a:noFill/>
          <a:ln>
            <a:noFill/>
          </a:ln>
        </p:spPr>
      </p:sp>
      <p:sp>
        <p:nvSpPr>
          <p:cNvPr id="289" name="Google Shape;289;p36"/>
          <p:cNvSpPr txBox="1"/>
          <p:nvPr>
            <p:ph idx="12" type="sldNum"/>
          </p:nvPr>
        </p:nvSpPr>
        <p:spPr>
          <a:xfrm>
            <a:off x="8308150" y="4782125"/>
            <a:ext cx="548700" cy="76200"/>
          </a:xfrm>
          <a:prstGeom prst="rect">
            <a:avLst/>
          </a:prstGeom>
        </p:spPr>
        <p:txBody>
          <a:bodyPr anchorCtr="0" anchor="ctr" bIns="0" lIns="0" spcFirstLastPara="1" rIns="0" wrap="square" tIns="0">
            <a:noAutofit/>
          </a:bodyPr>
          <a:lstStyle>
            <a:lvl1pPr lvl="0">
              <a:buNone/>
              <a:defRPr>
                <a:solidFill>
                  <a:schemeClr val="dk1"/>
                </a:solidFill>
              </a:defRPr>
            </a:lvl1pPr>
            <a:lvl2pPr lvl="1">
              <a:buNone/>
              <a:defRPr>
                <a:solidFill>
                  <a:schemeClr val="dk1"/>
                </a:solidFill>
              </a:defRPr>
            </a:lvl2pPr>
            <a:lvl3pPr lvl="2">
              <a:buNone/>
              <a:defRPr>
                <a:solidFill>
                  <a:schemeClr val="dk1"/>
                </a:solidFill>
              </a:defRPr>
            </a:lvl3pPr>
            <a:lvl4pPr lvl="3">
              <a:buNone/>
              <a:defRPr>
                <a:solidFill>
                  <a:schemeClr val="dk1"/>
                </a:solidFill>
              </a:defRPr>
            </a:lvl4pPr>
            <a:lvl5pPr lvl="4">
              <a:buNone/>
              <a:defRPr>
                <a:solidFill>
                  <a:schemeClr val="dk1"/>
                </a:solidFill>
              </a:defRPr>
            </a:lvl5pPr>
            <a:lvl6pPr lvl="5">
              <a:buNone/>
              <a:defRPr>
                <a:solidFill>
                  <a:schemeClr val="dk1"/>
                </a:solidFill>
              </a:defRPr>
            </a:lvl6pPr>
            <a:lvl7pPr lvl="6">
              <a:buNone/>
              <a:defRPr>
                <a:solidFill>
                  <a:schemeClr val="dk1"/>
                </a:solidFill>
              </a:defRPr>
            </a:lvl7pPr>
            <a:lvl8pPr lvl="7">
              <a:buNone/>
              <a:defRPr>
                <a:solidFill>
                  <a:schemeClr val="dk1"/>
                </a:solidFill>
              </a:defRPr>
            </a:lvl8pPr>
            <a:lvl9pPr lvl="8">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0" name="Google Shape;290;p36"/>
          <p:cNvSpPr txBox="1"/>
          <p:nvPr>
            <p:ph idx="7" type="sldNum"/>
          </p:nvPr>
        </p:nvSpPr>
        <p:spPr>
          <a:xfrm>
            <a:off x="8308150" y="4782125"/>
            <a:ext cx="548700" cy="76200"/>
          </a:xfrm>
          <a:prstGeom prst="rect">
            <a:avLst/>
          </a:prstGeom>
        </p:spPr>
        <p:txBody>
          <a:bodyPr anchorCtr="0" anchor="ctr" bIns="0" lIns="0" spcFirstLastPara="1" rIns="0" wrap="square" tIns="0">
            <a:noAutofit/>
          </a:bodyPr>
          <a:lstStyle>
            <a:lvl1pPr lvl="0" algn="r">
              <a:buNone/>
              <a:defRPr>
                <a:solidFill>
                  <a:schemeClr val="dk1"/>
                </a:solidFill>
              </a:defRPr>
            </a:lvl1pPr>
            <a:lvl2pPr lvl="1" algn="r">
              <a:buNone/>
              <a:defRPr>
                <a:solidFill>
                  <a:schemeClr val="dk1"/>
                </a:solidFill>
              </a:defRPr>
            </a:lvl2pPr>
            <a:lvl3pPr lvl="2" algn="r">
              <a:buNone/>
              <a:defRPr>
                <a:solidFill>
                  <a:schemeClr val="dk1"/>
                </a:solidFill>
              </a:defRPr>
            </a:lvl3pPr>
            <a:lvl4pPr lvl="3" algn="r">
              <a:buNone/>
              <a:defRPr>
                <a:solidFill>
                  <a:schemeClr val="dk1"/>
                </a:solidFill>
              </a:defRPr>
            </a:lvl4pPr>
            <a:lvl5pPr lvl="4" algn="r">
              <a:buNone/>
              <a:defRPr>
                <a:solidFill>
                  <a:schemeClr val="dk1"/>
                </a:solidFill>
              </a:defRPr>
            </a:lvl5pPr>
            <a:lvl6pPr lvl="5" algn="r">
              <a:buNone/>
              <a:defRPr>
                <a:solidFill>
                  <a:schemeClr val="dk1"/>
                </a:solidFill>
              </a:defRPr>
            </a:lvl6pPr>
            <a:lvl7pPr lvl="6" algn="r">
              <a:buNone/>
              <a:defRPr>
                <a:solidFill>
                  <a:schemeClr val="dk1"/>
                </a:solidFill>
              </a:defRPr>
            </a:lvl7pPr>
            <a:lvl8pPr lvl="7" algn="r">
              <a:buNone/>
              <a:defRPr>
                <a:solidFill>
                  <a:schemeClr val="dk1"/>
                </a:solidFill>
              </a:defRPr>
            </a:lvl8pPr>
            <a:lvl9pPr lvl="8" algn="r">
              <a:buNone/>
              <a:defRPr>
                <a:solidFill>
                  <a:schemeClr val="dk1"/>
                </a:solidFill>
              </a:defRPr>
            </a:lvl9pPr>
          </a:lstStyle>
          <a:p>
            <a:pPr indent="0" lvl="0" marL="0" rtl="0" algn="r">
              <a:spcBef>
                <a:spcPts val="0"/>
              </a:spcBef>
              <a:spcAft>
                <a:spcPts val="0"/>
              </a:spcAft>
              <a:buNone/>
            </a:pPr>
            <a:fld id="{00000000-1234-1234-1234-123412341234}" type="slidenum">
              <a:rPr lang="en"/>
              <a:t>‹#›</a:t>
            </a:fld>
            <a:endParaRPr/>
          </a:p>
        </p:txBody>
      </p:sp>
      <p:sp>
        <p:nvSpPr>
          <p:cNvPr id="291" name="Google Shape;291;p36"/>
          <p:cNvSpPr txBox="1"/>
          <p:nvPr>
            <p:ph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2" name="Google Shape;292;p36"/>
          <p:cNvSpPr txBox="1"/>
          <p:nvPr>
            <p:ph idx="8"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Clr>
                <a:schemeClr val="dk1"/>
              </a:buClr>
              <a:buSzPts val="600"/>
              <a:buNone/>
              <a:defRPr>
                <a:solidFill>
                  <a:schemeClr val="dk1"/>
                </a:solidFill>
              </a:defRPr>
            </a:lvl1pPr>
            <a:lvl2pPr lvl="1">
              <a:spcBef>
                <a:spcPts val="0"/>
              </a:spcBef>
              <a:spcAft>
                <a:spcPts val="0"/>
              </a:spcAft>
              <a:buClr>
                <a:schemeClr val="dk1"/>
              </a:buClr>
              <a:buSzPts val="1400"/>
              <a:buNone/>
              <a:defRPr>
                <a:solidFill>
                  <a:schemeClr val="dk1"/>
                </a:solidFill>
              </a:defRPr>
            </a:lvl2pPr>
            <a:lvl3pPr lvl="2">
              <a:spcBef>
                <a:spcPts val="0"/>
              </a:spcBef>
              <a:spcAft>
                <a:spcPts val="0"/>
              </a:spcAft>
              <a:buClr>
                <a:schemeClr val="dk1"/>
              </a:buClr>
              <a:buSzPts val="1400"/>
              <a:buNone/>
              <a:defRPr>
                <a:solidFill>
                  <a:schemeClr val="dk1"/>
                </a:solidFill>
              </a:defRPr>
            </a:lvl3pPr>
            <a:lvl4pPr lvl="3">
              <a:spcBef>
                <a:spcPts val="0"/>
              </a:spcBef>
              <a:spcAft>
                <a:spcPts val="0"/>
              </a:spcAft>
              <a:buClr>
                <a:schemeClr val="dk1"/>
              </a:buClr>
              <a:buSzPts val="1400"/>
              <a:buNone/>
              <a:defRPr>
                <a:solidFill>
                  <a:schemeClr val="dk1"/>
                </a:solidFill>
              </a:defRPr>
            </a:lvl4pPr>
            <a:lvl5pPr lvl="4">
              <a:spcBef>
                <a:spcPts val="0"/>
              </a:spcBef>
              <a:spcAft>
                <a:spcPts val="0"/>
              </a:spcAft>
              <a:buClr>
                <a:schemeClr val="dk1"/>
              </a:buClr>
              <a:buSzPts val="1400"/>
              <a:buNone/>
              <a:defRPr>
                <a:solidFill>
                  <a:schemeClr val="dk1"/>
                </a:solidFill>
              </a:defRPr>
            </a:lvl5pPr>
            <a:lvl6pPr lvl="5">
              <a:spcBef>
                <a:spcPts val="0"/>
              </a:spcBef>
              <a:spcAft>
                <a:spcPts val="0"/>
              </a:spcAft>
              <a:buClr>
                <a:schemeClr val="dk1"/>
              </a:buClr>
              <a:buSzPts val="1400"/>
              <a:buNone/>
              <a:defRPr>
                <a:solidFill>
                  <a:schemeClr val="dk1"/>
                </a:solidFill>
              </a:defRPr>
            </a:lvl6pPr>
            <a:lvl7pPr lvl="6">
              <a:spcBef>
                <a:spcPts val="0"/>
              </a:spcBef>
              <a:spcAft>
                <a:spcPts val="0"/>
              </a:spcAft>
              <a:buClr>
                <a:schemeClr val="dk1"/>
              </a:buClr>
              <a:buSzPts val="1400"/>
              <a:buNone/>
              <a:defRPr>
                <a:solidFill>
                  <a:schemeClr val="dk1"/>
                </a:solidFill>
              </a:defRPr>
            </a:lvl7pPr>
            <a:lvl8pPr lvl="7">
              <a:spcBef>
                <a:spcPts val="0"/>
              </a:spcBef>
              <a:spcAft>
                <a:spcPts val="0"/>
              </a:spcAft>
              <a:buClr>
                <a:schemeClr val="dk1"/>
              </a:buClr>
              <a:buSzPts val="1400"/>
              <a:buNone/>
              <a:defRPr>
                <a:solidFill>
                  <a:schemeClr val="dk1"/>
                </a:solidFill>
              </a:defRPr>
            </a:lvl8pPr>
            <a:lvl9pPr lvl="8">
              <a:spcBef>
                <a:spcPts val="0"/>
              </a:spcBef>
              <a:spcAft>
                <a:spcPts val="0"/>
              </a:spcAft>
              <a:buClr>
                <a:schemeClr val="dk1"/>
              </a:buClr>
              <a:buSzPts val="1400"/>
              <a:buNone/>
              <a:defRPr>
                <a:solidFill>
                  <a:schemeClr val="dk1"/>
                </a:solidFill>
              </a:defRPr>
            </a:lvl9pPr>
          </a:lstStyle>
          <a:p/>
        </p:txBody>
      </p:sp>
      <p:sp>
        <p:nvSpPr>
          <p:cNvPr id="293" name="Google Shape;293;p36"/>
          <p:cNvSpPr txBox="1"/>
          <p:nvPr>
            <p:ph idx="9" type="title"/>
          </p:nvPr>
        </p:nvSpPr>
        <p:spPr>
          <a:xfrm>
            <a:off x="283850" y="285900"/>
            <a:ext cx="2773200" cy="816300"/>
          </a:xfrm>
          <a:prstGeom prst="rect">
            <a:avLst/>
          </a:prstGeom>
        </p:spPr>
        <p:txBody>
          <a:bodyPr anchorCtr="0" anchor="t" bIns="0" lIns="0" spcFirstLastPara="1" rIns="0" wrap="square" tIns="0">
            <a:spAutoFit/>
          </a:bodyPr>
          <a:lstStyle>
            <a:lvl1pPr lvl="0">
              <a:lnSpc>
                <a:spcPct val="85000"/>
              </a:lnSpc>
              <a:spcBef>
                <a:spcPts val="0"/>
              </a:spcBef>
              <a:spcAft>
                <a:spcPts val="0"/>
              </a:spcAft>
              <a:buNone/>
              <a:defRPr sz="3000">
                <a:solidFill>
                  <a:schemeClr val="dk1"/>
                </a:solidFill>
              </a:defRPr>
            </a:lvl1pPr>
            <a:lvl2pPr lvl="1">
              <a:lnSpc>
                <a:spcPct val="85000"/>
              </a:lnSpc>
              <a:spcBef>
                <a:spcPts val="0"/>
              </a:spcBef>
              <a:spcAft>
                <a:spcPts val="0"/>
              </a:spcAft>
              <a:buNone/>
              <a:defRPr sz="3000">
                <a:solidFill>
                  <a:schemeClr val="dk1"/>
                </a:solidFill>
              </a:defRPr>
            </a:lvl2pPr>
            <a:lvl3pPr lvl="2">
              <a:lnSpc>
                <a:spcPct val="85000"/>
              </a:lnSpc>
              <a:spcBef>
                <a:spcPts val="0"/>
              </a:spcBef>
              <a:spcAft>
                <a:spcPts val="0"/>
              </a:spcAft>
              <a:buNone/>
              <a:defRPr sz="3000">
                <a:solidFill>
                  <a:schemeClr val="dk1"/>
                </a:solidFill>
              </a:defRPr>
            </a:lvl3pPr>
            <a:lvl4pPr lvl="3">
              <a:lnSpc>
                <a:spcPct val="85000"/>
              </a:lnSpc>
              <a:spcBef>
                <a:spcPts val="0"/>
              </a:spcBef>
              <a:spcAft>
                <a:spcPts val="0"/>
              </a:spcAft>
              <a:buNone/>
              <a:defRPr sz="3000">
                <a:solidFill>
                  <a:schemeClr val="dk1"/>
                </a:solidFill>
              </a:defRPr>
            </a:lvl4pPr>
            <a:lvl5pPr lvl="4">
              <a:lnSpc>
                <a:spcPct val="85000"/>
              </a:lnSpc>
              <a:spcBef>
                <a:spcPts val="0"/>
              </a:spcBef>
              <a:spcAft>
                <a:spcPts val="0"/>
              </a:spcAft>
              <a:buNone/>
              <a:defRPr sz="3000">
                <a:solidFill>
                  <a:schemeClr val="dk1"/>
                </a:solidFill>
              </a:defRPr>
            </a:lvl5pPr>
            <a:lvl6pPr lvl="5">
              <a:lnSpc>
                <a:spcPct val="85000"/>
              </a:lnSpc>
              <a:spcBef>
                <a:spcPts val="0"/>
              </a:spcBef>
              <a:spcAft>
                <a:spcPts val="0"/>
              </a:spcAft>
              <a:buNone/>
              <a:defRPr sz="3000">
                <a:solidFill>
                  <a:schemeClr val="dk1"/>
                </a:solidFill>
              </a:defRPr>
            </a:lvl6pPr>
            <a:lvl7pPr lvl="6">
              <a:lnSpc>
                <a:spcPct val="85000"/>
              </a:lnSpc>
              <a:spcBef>
                <a:spcPts val="0"/>
              </a:spcBef>
              <a:spcAft>
                <a:spcPts val="0"/>
              </a:spcAft>
              <a:buNone/>
              <a:defRPr sz="3000">
                <a:solidFill>
                  <a:schemeClr val="dk1"/>
                </a:solidFill>
              </a:defRPr>
            </a:lvl7pPr>
            <a:lvl8pPr lvl="7">
              <a:lnSpc>
                <a:spcPct val="85000"/>
              </a:lnSpc>
              <a:spcBef>
                <a:spcPts val="0"/>
              </a:spcBef>
              <a:spcAft>
                <a:spcPts val="0"/>
              </a:spcAft>
              <a:buNone/>
              <a:defRPr sz="3000">
                <a:solidFill>
                  <a:schemeClr val="dk1"/>
                </a:solidFill>
              </a:defRPr>
            </a:lvl8pPr>
            <a:lvl9pPr lvl="8">
              <a:lnSpc>
                <a:spcPct val="85000"/>
              </a:lnSpc>
              <a:spcBef>
                <a:spcPts val="0"/>
              </a:spcBef>
              <a:spcAft>
                <a:spcPts val="0"/>
              </a:spcAft>
              <a:buNone/>
              <a:defRPr sz="3000">
                <a:solidFill>
                  <a:schemeClr val="dk1"/>
                </a:solidFill>
              </a:defRPr>
            </a:lvl9pPr>
          </a:lstStyle>
          <a:p/>
        </p:txBody>
      </p:sp>
      <p:sp>
        <p:nvSpPr>
          <p:cNvPr id="294" name="Google Shape;294;p36"/>
          <p:cNvSpPr txBox="1"/>
          <p:nvPr>
            <p:ph idx="1" type="body"/>
          </p:nvPr>
        </p:nvSpPr>
        <p:spPr>
          <a:xfrm>
            <a:off x="283850" y="2636275"/>
            <a:ext cx="2767200" cy="2046300"/>
          </a:xfrm>
          <a:prstGeom prst="rect">
            <a:avLst/>
          </a:prstGeom>
        </p:spPr>
        <p:txBody>
          <a:bodyPr anchorCtr="0" anchor="b" bIns="0" lIns="0" spcFirstLastPara="1" rIns="0" wrap="square" tIns="0">
            <a:noAutofit/>
          </a:bodyPr>
          <a:lstStyle>
            <a:lvl1pPr indent="-292100" lvl="0" marL="457200">
              <a:spcBef>
                <a:spcPts val="0"/>
              </a:spcBef>
              <a:spcAft>
                <a:spcPts val="0"/>
              </a:spcAft>
              <a:buClr>
                <a:schemeClr val="dk1"/>
              </a:buClr>
              <a:buSzPts val="1000"/>
              <a:buFont typeface="Inter"/>
              <a:buChar char="●"/>
              <a:defRPr sz="1000">
                <a:solidFill>
                  <a:schemeClr val="dk1"/>
                </a:solidFill>
              </a:defRPr>
            </a:lvl1pPr>
            <a:lvl2pPr indent="-292100" lvl="1" marL="914400">
              <a:spcBef>
                <a:spcPts val="0"/>
              </a:spcBef>
              <a:spcAft>
                <a:spcPts val="0"/>
              </a:spcAft>
              <a:buClr>
                <a:schemeClr val="dk1"/>
              </a:buClr>
              <a:buSzPts val="1000"/>
              <a:buFont typeface="Inter"/>
              <a:buChar char="○"/>
              <a:defRPr sz="1000">
                <a:solidFill>
                  <a:schemeClr val="dk1"/>
                </a:solidFill>
              </a:defRPr>
            </a:lvl2pPr>
            <a:lvl3pPr indent="-292100" lvl="2" marL="1371600">
              <a:spcBef>
                <a:spcPts val="0"/>
              </a:spcBef>
              <a:spcAft>
                <a:spcPts val="0"/>
              </a:spcAft>
              <a:buClr>
                <a:schemeClr val="dk1"/>
              </a:buClr>
              <a:buSzPts val="1000"/>
              <a:buFont typeface="Inter"/>
              <a:buChar char="■"/>
              <a:defRPr sz="1000">
                <a:solidFill>
                  <a:schemeClr val="dk1"/>
                </a:solidFill>
              </a:defRPr>
            </a:lvl3pPr>
            <a:lvl4pPr indent="-292100" lvl="3" marL="1828800">
              <a:spcBef>
                <a:spcPts val="0"/>
              </a:spcBef>
              <a:spcAft>
                <a:spcPts val="0"/>
              </a:spcAft>
              <a:buClr>
                <a:schemeClr val="dk1"/>
              </a:buClr>
              <a:buSzPts val="1000"/>
              <a:buFont typeface="Inter"/>
              <a:buChar char="●"/>
              <a:defRPr sz="1000">
                <a:solidFill>
                  <a:schemeClr val="dk1"/>
                </a:solidFill>
              </a:defRPr>
            </a:lvl4pPr>
            <a:lvl5pPr indent="-292100" lvl="4" marL="2286000">
              <a:spcBef>
                <a:spcPts val="0"/>
              </a:spcBef>
              <a:spcAft>
                <a:spcPts val="0"/>
              </a:spcAft>
              <a:buClr>
                <a:schemeClr val="dk1"/>
              </a:buClr>
              <a:buSzPts val="1000"/>
              <a:buFont typeface="Inter"/>
              <a:buChar char="○"/>
              <a:defRPr sz="1000">
                <a:solidFill>
                  <a:schemeClr val="dk1"/>
                </a:solidFill>
              </a:defRPr>
            </a:lvl5pPr>
            <a:lvl6pPr indent="-292100" lvl="5" marL="2743200">
              <a:spcBef>
                <a:spcPts val="0"/>
              </a:spcBef>
              <a:spcAft>
                <a:spcPts val="0"/>
              </a:spcAft>
              <a:buClr>
                <a:schemeClr val="dk1"/>
              </a:buClr>
              <a:buSzPts val="1000"/>
              <a:buFont typeface="Inter"/>
              <a:buChar char="■"/>
              <a:defRPr sz="1000">
                <a:solidFill>
                  <a:schemeClr val="dk1"/>
                </a:solidFill>
              </a:defRPr>
            </a:lvl6pPr>
            <a:lvl7pPr indent="-292100" lvl="6" marL="3200400">
              <a:spcBef>
                <a:spcPts val="0"/>
              </a:spcBef>
              <a:spcAft>
                <a:spcPts val="0"/>
              </a:spcAft>
              <a:buClr>
                <a:schemeClr val="dk1"/>
              </a:buClr>
              <a:buSzPts val="1000"/>
              <a:buFont typeface="Inter"/>
              <a:buChar char="●"/>
              <a:defRPr sz="1000">
                <a:solidFill>
                  <a:schemeClr val="dk1"/>
                </a:solidFill>
              </a:defRPr>
            </a:lvl7pPr>
            <a:lvl8pPr indent="-292100" lvl="7" marL="3657600">
              <a:spcBef>
                <a:spcPts val="0"/>
              </a:spcBef>
              <a:spcAft>
                <a:spcPts val="0"/>
              </a:spcAft>
              <a:buClr>
                <a:schemeClr val="dk1"/>
              </a:buClr>
              <a:buSzPts val="1000"/>
              <a:buFont typeface="Inter"/>
              <a:buChar char="○"/>
              <a:defRPr sz="1000">
                <a:solidFill>
                  <a:schemeClr val="dk1"/>
                </a:solidFill>
              </a:defRPr>
            </a:lvl8pPr>
            <a:lvl9pPr indent="-292100" lvl="8" marL="4114800">
              <a:spcBef>
                <a:spcPts val="0"/>
              </a:spcBef>
              <a:spcAft>
                <a:spcPts val="0"/>
              </a:spcAft>
              <a:buClr>
                <a:schemeClr val="dk1"/>
              </a:buClr>
              <a:buSzPts val="1000"/>
              <a:buFont typeface="Inter"/>
              <a:buChar char="■"/>
              <a:defRPr sz="1000">
                <a:solidFill>
                  <a:schemeClr val="dk1"/>
                </a:solidFill>
              </a:defRPr>
            </a:lvl9pPr>
          </a:lstStyle>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BLANK_4">
    <p:bg>
      <p:bgPr>
        <a:solidFill>
          <a:schemeClr val="accent1"/>
        </a:solidFill>
      </p:bgPr>
    </p:bg>
    <p:spTree>
      <p:nvGrpSpPr>
        <p:cNvPr id="295" name="Shape 295"/>
        <p:cNvGrpSpPr/>
        <p:nvPr/>
      </p:nvGrpSpPr>
      <p:grpSpPr>
        <a:xfrm>
          <a:off x="0" y="0"/>
          <a:ext cx="0" cy="0"/>
          <a:chOff x="0" y="0"/>
          <a:chExt cx="0" cy="0"/>
        </a:xfrm>
      </p:grpSpPr>
      <p:sp>
        <p:nvSpPr>
          <p:cNvPr id="296" name="Google Shape;296;p37"/>
          <p:cNvSpPr/>
          <p:nvPr/>
        </p:nvSpPr>
        <p:spPr>
          <a:xfrm>
            <a:off x="5283375" y="285900"/>
            <a:ext cx="3573485" cy="3573485"/>
          </a:xfrm>
          <a:custGeom>
            <a:rect b="b" l="l" r="r" t="t"/>
            <a:pathLst>
              <a:path extrusionOk="0" h="32645" w="32645">
                <a:moveTo>
                  <a:pt x="2512" y="0"/>
                </a:moveTo>
                <a:lnTo>
                  <a:pt x="2512" y="5023"/>
                </a:lnTo>
                <a:lnTo>
                  <a:pt x="24107" y="5023"/>
                </a:lnTo>
                <a:lnTo>
                  <a:pt x="1" y="29129"/>
                </a:lnTo>
                <a:lnTo>
                  <a:pt x="3516" y="32644"/>
                </a:lnTo>
                <a:lnTo>
                  <a:pt x="27623" y="8538"/>
                </a:lnTo>
                <a:lnTo>
                  <a:pt x="27623" y="30133"/>
                </a:lnTo>
                <a:lnTo>
                  <a:pt x="32645" y="30133"/>
                </a:lnTo>
                <a:lnTo>
                  <a:pt x="32645" y="0"/>
                </a:lnTo>
                <a:close/>
              </a:path>
            </a:pathLst>
          </a:cu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chemeClr val="dk2"/>
              </a:solidFill>
              <a:latin typeface="Inter"/>
              <a:ea typeface="Inter"/>
              <a:cs typeface="Inter"/>
              <a:sym typeface="Inter"/>
            </a:endParaRPr>
          </a:p>
        </p:txBody>
      </p:sp>
      <p:sp>
        <p:nvSpPr>
          <p:cNvPr id="297" name="Google Shape;297;p37"/>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lvl1pPr lvl="0">
              <a:lnSpc>
                <a:spcPct val="70000"/>
              </a:lnSpc>
              <a:spcBef>
                <a:spcPts val="0"/>
              </a:spcBef>
              <a:spcAft>
                <a:spcPts val="0"/>
              </a:spcAft>
              <a:buNone/>
              <a:defRPr sz="6000"/>
            </a:lvl1pPr>
            <a:lvl2pPr lvl="1">
              <a:lnSpc>
                <a:spcPct val="70000"/>
              </a:lnSpc>
              <a:spcBef>
                <a:spcPts val="0"/>
              </a:spcBef>
              <a:spcAft>
                <a:spcPts val="0"/>
              </a:spcAft>
              <a:buNone/>
              <a:defRPr sz="6000"/>
            </a:lvl2pPr>
            <a:lvl3pPr lvl="2">
              <a:lnSpc>
                <a:spcPct val="70000"/>
              </a:lnSpc>
              <a:spcBef>
                <a:spcPts val="0"/>
              </a:spcBef>
              <a:spcAft>
                <a:spcPts val="0"/>
              </a:spcAft>
              <a:buNone/>
              <a:defRPr sz="6000"/>
            </a:lvl3pPr>
            <a:lvl4pPr lvl="3">
              <a:lnSpc>
                <a:spcPct val="70000"/>
              </a:lnSpc>
              <a:spcBef>
                <a:spcPts val="0"/>
              </a:spcBef>
              <a:spcAft>
                <a:spcPts val="0"/>
              </a:spcAft>
              <a:buNone/>
              <a:defRPr sz="6000"/>
            </a:lvl4pPr>
            <a:lvl5pPr lvl="4">
              <a:lnSpc>
                <a:spcPct val="70000"/>
              </a:lnSpc>
              <a:spcBef>
                <a:spcPts val="0"/>
              </a:spcBef>
              <a:spcAft>
                <a:spcPts val="0"/>
              </a:spcAft>
              <a:buNone/>
              <a:defRPr sz="6000"/>
            </a:lvl5pPr>
            <a:lvl6pPr lvl="5">
              <a:lnSpc>
                <a:spcPct val="70000"/>
              </a:lnSpc>
              <a:spcBef>
                <a:spcPts val="0"/>
              </a:spcBef>
              <a:spcAft>
                <a:spcPts val="0"/>
              </a:spcAft>
              <a:buNone/>
              <a:defRPr sz="6000"/>
            </a:lvl6pPr>
            <a:lvl7pPr lvl="6">
              <a:lnSpc>
                <a:spcPct val="70000"/>
              </a:lnSpc>
              <a:spcBef>
                <a:spcPts val="0"/>
              </a:spcBef>
              <a:spcAft>
                <a:spcPts val="0"/>
              </a:spcAft>
              <a:buNone/>
              <a:defRPr sz="6000"/>
            </a:lvl7pPr>
            <a:lvl8pPr lvl="7">
              <a:lnSpc>
                <a:spcPct val="70000"/>
              </a:lnSpc>
              <a:spcBef>
                <a:spcPts val="0"/>
              </a:spcBef>
              <a:spcAft>
                <a:spcPts val="0"/>
              </a:spcAft>
              <a:buNone/>
              <a:defRPr sz="6000"/>
            </a:lvl8pPr>
            <a:lvl9pPr lvl="8">
              <a:lnSpc>
                <a:spcPct val="70000"/>
              </a:lnSpc>
              <a:spcBef>
                <a:spcPts val="0"/>
              </a:spcBef>
              <a:spcAft>
                <a:spcPts val="0"/>
              </a:spcAft>
              <a:buNone/>
              <a:defRPr sz="6000"/>
            </a:lvl9pPr>
          </a:lstStyle>
          <a:p/>
        </p:txBody>
      </p:sp>
      <p:sp>
        <p:nvSpPr>
          <p:cNvPr id="298" name="Google Shape;298;p37"/>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99" name="Google Shape;299;p37"/>
          <p:cNvSpPr txBox="1"/>
          <p:nvPr>
            <p:ph idx="2" type="title"/>
          </p:nvPr>
        </p:nvSpPr>
        <p:spPr>
          <a:xfrm>
            <a:off x="462975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0" name="Google Shape;300;p37"/>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lvl1pPr lvl="0">
              <a:spcBef>
                <a:spcPts val="0"/>
              </a:spcBef>
              <a:spcAft>
                <a:spcPts val="0"/>
              </a:spcAft>
              <a:buSzPts val="6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1" name="Google Shape;301;p37"/>
          <p:cNvSpPr txBox="1"/>
          <p:nvPr>
            <p:ph idx="4" type="title"/>
          </p:nvPr>
        </p:nvSpPr>
        <p:spPr>
          <a:xfrm>
            <a:off x="288625" y="4778975"/>
            <a:ext cx="4227300" cy="76200"/>
          </a:xfrm>
          <a:prstGeom prst="rect">
            <a:avLst/>
          </a:prstGeom>
        </p:spPr>
        <p:txBody>
          <a:bodyPr anchorCtr="0" anchor="ctr" bIns="0" lIns="0" spcFirstLastPara="1" rIns="0" wrap="square" tIns="0">
            <a:spAutoFit/>
          </a:bodyPr>
          <a:lstStyle>
            <a:lvl1pPr lvl="0">
              <a:spcBef>
                <a:spcPts val="0"/>
              </a:spcBef>
              <a:spcAft>
                <a:spcPts val="0"/>
              </a:spcAft>
              <a:buClr>
                <a:schemeClr val="lt1"/>
              </a:buClr>
              <a:buSzPts val="600"/>
              <a:buFont typeface="Inter"/>
              <a:buNone/>
              <a:defRPr sz="600"/>
            </a:lvl1pPr>
            <a:lvl2pPr lvl="1">
              <a:spcBef>
                <a:spcPts val="0"/>
              </a:spcBef>
              <a:spcAft>
                <a:spcPts val="0"/>
              </a:spcAft>
              <a:buClr>
                <a:schemeClr val="lt1"/>
              </a:buClr>
              <a:buSzPts val="1400"/>
              <a:buNone/>
              <a:defRPr/>
            </a:lvl2pPr>
            <a:lvl3pPr lvl="2">
              <a:spcBef>
                <a:spcPts val="0"/>
              </a:spcBef>
              <a:spcAft>
                <a:spcPts val="0"/>
              </a:spcAft>
              <a:buClr>
                <a:schemeClr val="lt1"/>
              </a:buClr>
              <a:buSzPts val="1400"/>
              <a:buNone/>
              <a:defRPr/>
            </a:lvl3pPr>
            <a:lvl4pPr lvl="3">
              <a:spcBef>
                <a:spcPts val="0"/>
              </a:spcBef>
              <a:spcAft>
                <a:spcPts val="0"/>
              </a:spcAft>
              <a:buClr>
                <a:schemeClr val="lt1"/>
              </a:buClr>
              <a:buSzPts val="1400"/>
              <a:buNone/>
              <a:defRPr/>
            </a:lvl4pPr>
            <a:lvl5pPr lvl="4">
              <a:spcBef>
                <a:spcPts val="0"/>
              </a:spcBef>
              <a:spcAft>
                <a:spcPts val="0"/>
              </a:spcAft>
              <a:buClr>
                <a:schemeClr val="lt1"/>
              </a:buClr>
              <a:buSzPts val="1400"/>
              <a:buNone/>
              <a:defRPr/>
            </a:lvl5pPr>
            <a:lvl6pPr lvl="5">
              <a:spcBef>
                <a:spcPts val="0"/>
              </a:spcBef>
              <a:spcAft>
                <a:spcPts val="0"/>
              </a:spcAft>
              <a:buClr>
                <a:schemeClr val="lt1"/>
              </a:buClr>
              <a:buSzPts val="1400"/>
              <a:buNone/>
              <a:defRPr/>
            </a:lvl6pPr>
            <a:lvl7pPr lvl="6">
              <a:spcBef>
                <a:spcPts val="0"/>
              </a:spcBef>
              <a:spcAft>
                <a:spcPts val="0"/>
              </a:spcAft>
              <a:buClr>
                <a:schemeClr val="lt1"/>
              </a:buClr>
              <a:buSzPts val="1400"/>
              <a:buNone/>
              <a:defRPr/>
            </a:lvl7pPr>
            <a:lvl8pPr lvl="7">
              <a:spcBef>
                <a:spcPts val="0"/>
              </a:spcBef>
              <a:spcAft>
                <a:spcPts val="0"/>
              </a:spcAft>
              <a:buClr>
                <a:schemeClr val="lt1"/>
              </a:buClr>
              <a:buSzPts val="1400"/>
              <a:buNone/>
              <a:defRPr/>
            </a:lvl8pPr>
            <a:lvl9pPr lvl="8">
              <a:spcBef>
                <a:spcPts val="0"/>
              </a:spcBef>
              <a:spcAft>
                <a:spcPts val="0"/>
              </a:spcAft>
              <a:buClr>
                <a:schemeClr val="lt1"/>
              </a:buClr>
              <a:buSzPts val="1400"/>
              <a:buNone/>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302" name="Shape 302"/>
        <p:cNvGrpSpPr/>
        <p:nvPr/>
      </p:nvGrpSpPr>
      <p:grpSpPr>
        <a:xfrm>
          <a:off x="0" y="0"/>
          <a:ext cx="0" cy="0"/>
          <a:chOff x="0" y="0"/>
          <a:chExt cx="0" cy="0"/>
        </a:xfrm>
      </p:grpSpPr>
      <p:sp>
        <p:nvSpPr>
          <p:cNvPr id="303" name="Google Shape;303;p38"/>
          <p:cNvSpPr txBox="1"/>
          <p:nvPr>
            <p:ph type="ctrTitle"/>
          </p:nvPr>
        </p:nvSpPr>
        <p:spPr>
          <a:xfrm>
            <a:off x="311708" y="744575"/>
            <a:ext cx="8520600" cy="2052600"/>
          </a:xfrm>
          <a:prstGeom prst="rect">
            <a:avLst/>
          </a:prstGeom>
        </p:spPr>
        <p:txBody>
          <a:bodyPr anchorCtr="0" anchor="b" bIns="0" lIns="0" spcFirstLastPara="1" rIns="0" wrap="square" tIns="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304" name="Google Shape;304;p38"/>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Section header">
    <p:spTree>
      <p:nvGrpSpPr>
        <p:cNvPr id="305" name="Shape 305"/>
        <p:cNvGrpSpPr/>
        <p:nvPr/>
      </p:nvGrpSpPr>
      <p:grpSpPr>
        <a:xfrm>
          <a:off x="0" y="0"/>
          <a:ext cx="0" cy="0"/>
          <a:chOff x="0" y="0"/>
          <a:chExt cx="0" cy="0"/>
        </a:xfrm>
      </p:grpSpPr>
      <p:sp>
        <p:nvSpPr>
          <p:cNvPr id="306" name="Google Shape;306;p39"/>
          <p:cNvSpPr txBox="1"/>
          <p:nvPr>
            <p:ph type="title"/>
          </p:nvPr>
        </p:nvSpPr>
        <p:spPr>
          <a:xfrm>
            <a:off x="311700" y="2150850"/>
            <a:ext cx="8520600" cy="841800"/>
          </a:xfrm>
          <a:prstGeom prst="rect">
            <a:avLst/>
          </a:prstGeom>
        </p:spPr>
        <p:txBody>
          <a:bodyPr anchorCtr="0" anchor="ctr" bIns="0" lIns="0" spcFirstLastPara="1" rIns="0" wrap="square" tIns="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307" name="Shape 307"/>
        <p:cNvGrpSpPr/>
        <p:nvPr/>
      </p:nvGrpSpPr>
      <p:grpSpPr>
        <a:xfrm>
          <a:off x="0" y="0"/>
          <a:ext cx="0" cy="0"/>
          <a:chOff x="0" y="0"/>
          <a:chExt cx="0" cy="0"/>
        </a:xfrm>
      </p:grpSpPr>
      <p:sp>
        <p:nvSpPr>
          <p:cNvPr id="308" name="Google Shape;308;p4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9" name="Google Shape;309;p4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Title and two columns">
    <p:spTree>
      <p:nvGrpSpPr>
        <p:cNvPr id="310" name="Shape 310"/>
        <p:cNvGrpSpPr/>
        <p:nvPr/>
      </p:nvGrpSpPr>
      <p:grpSpPr>
        <a:xfrm>
          <a:off x="0" y="0"/>
          <a:ext cx="0" cy="0"/>
          <a:chOff x="0" y="0"/>
          <a:chExt cx="0" cy="0"/>
        </a:xfrm>
      </p:grpSpPr>
      <p:sp>
        <p:nvSpPr>
          <p:cNvPr id="311" name="Google Shape;311;p41"/>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2" name="Google Shape;312;p41"/>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13" name="Google Shape;313;p41"/>
          <p:cNvSpPr txBox="1"/>
          <p:nvPr>
            <p:ph idx="2" type="body"/>
          </p:nvPr>
        </p:nvSpPr>
        <p:spPr>
          <a:xfrm>
            <a:off x="4832400" y="1152475"/>
            <a:ext cx="3999900" cy="34164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Title only">
    <p:spTree>
      <p:nvGrpSpPr>
        <p:cNvPr id="314" name="Shape 314"/>
        <p:cNvGrpSpPr/>
        <p:nvPr/>
      </p:nvGrpSpPr>
      <p:grpSpPr>
        <a:xfrm>
          <a:off x="0" y="0"/>
          <a:ext cx="0" cy="0"/>
          <a:chOff x="0" y="0"/>
          <a:chExt cx="0" cy="0"/>
        </a:xfrm>
      </p:grpSpPr>
      <p:sp>
        <p:nvSpPr>
          <p:cNvPr id="315" name="Google Shape;315;p42"/>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 column text">
    <p:spTree>
      <p:nvGrpSpPr>
        <p:cNvPr id="316" name="Shape 316"/>
        <p:cNvGrpSpPr/>
        <p:nvPr/>
      </p:nvGrpSpPr>
      <p:grpSpPr>
        <a:xfrm>
          <a:off x="0" y="0"/>
          <a:ext cx="0" cy="0"/>
          <a:chOff x="0" y="0"/>
          <a:chExt cx="0" cy="0"/>
        </a:xfrm>
      </p:grpSpPr>
      <p:sp>
        <p:nvSpPr>
          <p:cNvPr id="317" name="Google Shape;317;p43"/>
          <p:cNvSpPr txBox="1"/>
          <p:nvPr>
            <p:ph type="title"/>
          </p:nvPr>
        </p:nvSpPr>
        <p:spPr>
          <a:xfrm>
            <a:off x="311700" y="555600"/>
            <a:ext cx="2808000" cy="755700"/>
          </a:xfrm>
          <a:prstGeom prst="rect">
            <a:avLst/>
          </a:prstGeom>
        </p:spPr>
        <p:txBody>
          <a:bodyPr anchorCtr="0" anchor="b" bIns="0" lIns="0" spcFirstLastPara="1" rIns="0" wrap="square" tIns="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18" name="Google Shape;318;p43"/>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 point">
    <p:spTree>
      <p:nvGrpSpPr>
        <p:cNvPr id="319" name="Shape 319"/>
        <p:cNvGrpSpPr/>
        <p:nvPr/>
      </p:nvGrpSpPr>
      <p:grpSpPr>
        <a:xfrm>
          <a:off x="0" y="0"/>
          <a:ext cx="0" cy="0"/>
          <a:chOff x="0" y="0"/>
          <a:chExt cx="0" cy="0"/>
        </a:xfrm>
      </p:grpSpPr>
      <p:sp>
        <p:nvSpPr>
          <p:cNvPr id="320" name="Google Shape;320;p44"/>
          <p:cNvSpPr txBox="1"/>
          <p:nvPr>
            <p:ph type="title"/>
          </p:nvPr>
        </p:nvSpPr>
        <p:spPr>
          <a:xfrm>
            <a:off x="490250" y="450150"/>
            <a:ext cx="6367800" cy="4090800"/>
          </a:xfrm>
          <a:prstGeom prst="rect">
            <a:avLst/>
          </a:prstGeom>
        </p:spPr>
        <p:txBody>
          <a:bodyPr anchorCtr="0" anchor="ctr" bIns="0" lIns="0" spcFirstLastPara="1" rIns="0" wrap="square" tIns="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 title and description">
    <p:spTree>
      <p:nvGrpSpPr>
        <p:cNvPr id="321" name="Shape 321"/>
        <p:cNvGrpSpPr/>
        <p:nvPr/>
      </p:nvGrpSpPr>
      <p:grpSpPr>
        <a:xfrm>
          <a:off x="0" y="0"/>
          <a:ext cx="0" cy="0"/>
          <a:chOff x="0" y="0"/>
          <a:chExt cx="0" cy="0"/>
        </a:xfrm>
      </p:grpSpPr>
      <p:sp>
        <p:nvSpPr>
          <p:cNvPr id="322" name="Google Shape;322;p45"/>
          <p:cNvSpPr txBox="1"/>
          <p:nvPr>
            <p:ph type="title"/>
          </p:nvPr>
        </p:nvSpPr>
        <p:spPr>
          <a:xfrm>
            <a:off x="265500" y="1233175"/>
            <a:ext cx="4045200" cy="1482300"/>
          </a:xfrm>
          <a:prstGeom prst="rect">
            <a:avLst/>
          </a:prstGeom>
        </p:spPr>
        <p:txBody>
          <a:bodyPr anchorCtr="0" anchor="b" bIns="0" lIns="0" spcFirstLastPara="1" rIns="0" wrap="square" tIns="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23" name="Google Shape;323;p45"/>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324" name="Google Shape;324;p45"/>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
    <p:spTree>
      <p:nvGrpSpPr>
        <p:cNvPr id="325" name="Shape 325"/>
        <p:cNvGrpSpPr/>
        <p:nvPr/>
      </p:nvGrpSpPr>
      <p:grpSpPr>
        <a:xfrm>
          <a:off x="0" y="0"/>
          <a:ext cx="0" cy="0"/>
          <a:chOff x="0" y="0"/>
          <a:chExt cx="0" cy="0"/>
        </a:xfrm>
      </p:grpSpPr>
      <p:sp>
        <p:nvSpPr>
          <p:cNvPr id="326" name="Google Shape;326;p46"/>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spcBef>
                <a:spcPts val="0"/>
              </a:spcBef>
              <a:spcAft>
                <a:spcPts val="0"/>
              </a:spcAft>
              <a:buSzPts val="1200"/>
              <a:buNone/>
              <a:defRPr/>
            </a:lvl1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 number">
    <p:spTree>
      <p:nvGrpSpPr>
        <p:cNvPr id="327" name="Shape 327"/>
        <p:cNvGrpSpPr/>
        <p:nvPr/>
      </p:nvGrpSpPr>
      <p:grpSpPr>
        <a:xfrm>
          <a:off x="0" y="0"/>
          <a:ext cx="0" cy="0"/>
          <a:chOff x="0" y="0"/>
          <a:chExt cx="0" cy="0"/>
        </a:xfrm>
      </p:grpSpPr>
      <p:sp>
        <p:nvSpPr>
          <p:cNvPr id="328" name="Google Shape;328;p47"/>
          <p:cNvSpPr txBox="1"/>
          <p:nvPr>
            <p:ph hasCustomPrompt="1" type="title"/>
          </p:nvPr>
        </p:nvSpPr>
        <p:spPr>
          <a:xfrm>
            <a:off x="311700" y="1106125"/>
            <a:ext cx="8520600" cy="1963500"/>
          </a:xfrm>
          <a:prstGeom prst="rect">
            <a:avLst/>
          </a:prstGeom>
        </p:spPr>
        <p:txBody>
          <a:bodyPr anchorCtr="0" anchor="b" bIns="0" lIns="0" spcFirstLastPara="1" rIns="0" wrap="square" tIns="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329" name="Google Shape;329;p47"/>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Char char="●"/>
              <a:defRPr/>
            </a:lvl1pPr>
            <a:lvl2pPr indent="-304800" lvl="1" marL="914400" algn="ctr">
              <a:spcBef>
                <a:spcPts val="0"/>
              </a:spcBef>
              <a:spcAft>
                <a:spcPts val="0"/>
              </a:spcAft>
              <a:buSzPts val="1200"/>
              <a:buChar char="○"/>
              <a:defRPr/>
            </a:lvl2pPr>
            <a:lvl3pPr indent="-304800" lvl="2" marL="1371600" algn="ctr">
              <a:spcBef>
                <a:spcPts val="0"/>
              </a:spcBef>
              <a:spcAft>
                <a:spcPts val="0"/>
              </a:spcAft>
              <a:buSzPts val="1200"/>
              <a:buChar char="■"/>
              <a:defRPr/>
            </a:lvl3pPr>
            <a:lvl4pPr indent="-304800" lvl="3" marL="1828800" algn="ctr">
              <a:spcBef>
                <a:spcPts val="0"/>
              </a:spcBef>
              <a:spcAft>
                <a:spcPts val="0"/>
              </a:spcAft>
              <a:buSzPts val="1200"/>
              <a:buChar char="●"/>
              <a:defRPr/>
            </a:lvl4pPr>
            <a:lvl5pPr indent="-304800" lvl="4" marL="2286000" algn="ctr">
              <a:spcBef>
                <a:spcPts val="0"/>
              </a:spcBef>
              <a:spcAft>
                <a:spcPts val="0"/>
              </a:spcAft>
              <a:buSzPts val="1200"/>
              <a:buChar char="○"/>
              <a:defRPr/>
            </a:lvl5pPr>
            <a:lvl6pPr indent="-304800" lvl="5" marL="2743200" algn="ctr">
              <a:spcBef>
                <a:spcPts val="0"/>
              </a:spcBef>
              <a:spcAft>
                <a:spcPts val="0"/>
              </a:spcAft>
              <a:buSzPts val="1200"/>
              <a:buChar char="■"/>
              <a:defRPr/>
            </a:lvl6pPr>
            <a:lvl7pPr indent="-304800" lvl="6" marL="3200400" algn="ctr">
              <a:spcBef>
                <a:spcPts val="0"/>
              </a:spcBef>
              <a:spcAft>
                <a:spcPts val="0"/>
              </a:spcAft>
              <a:buSzPts val="1200"/>
              <a:buChar char="●"/>
              <a:defRPr/>
            </a:lvl7pPr>
            <a:lvl8pPr indent="-304800" lvl="7" marL="3657600" algn="ctr">
              <a:spcBef>
                <a:spcPts val="0"/>
              </a:spcBef>
              <a:spcAft>
                <a:spcPts val="0"/>
              </a:spcAft>
              <a:buSzPts val="1200"/>
              <a:buChar char="○"/>
              <a:defRPr/>
            </a:lvl8pPr>
            <a:lvl9pPr indent="-304800" lvl="8" marL="4114800" algn="ctr">
              <a:spcBef>
                <a:spcPts val="0"/>
              </a:spcBef>
              <a:spcAft>
                <a:spcPts val="0"/>
              </a:spcAft>
              <a:buSzPts val="1200"/>
              <a:buChar char="■"/>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Blank">
    <p:spTree>
      <p:nvGrpSpPr>
        <p:cNvPr id="330" name="Shape 330"/>
        <p:cNvGrpSpPr/>
        <p:nvPr/>
      </p:nvGrpSpPr>
      <p:grpSpPr>
        <a:xfrm>
          <a:off x="0" y="0"/>
          <a:ext cx="0" cy="0"/>
          <a:chOff x="0" y="0"/>
          <a:chExt cx="0" cy="0"/>
        </a:xfrm>
      </p:grpSpPr>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spTree>
      <p:nvGrpSpPr>
        <p:cNvPr id="331" name="Shape 331"/>
        <p:cNvGrpSpPr/>
        <p:nvPr/>
      </p:nvGrpSpPr>
      <p:grpSpPr>
        <a:xfrm>
          <a:off x="0" y="0"/>
          <a:ext cx="0" cy="0"/>
          <a:chOff x="0" y="0"/>
          <a:chExt cx="0" cy="0"/>
        </a:xfrm>
      </p:grpSpPr>
      <p:sp>
        <p:nvSpPr>
          <p:cNvPr id="332" name="Google Shape;332;p49"/>
          <p:cNvSpPr txBox="1"/>
          <p:nvPr>
            <p:ph type="title"/>
          </p:nvPr>
        </p:nvSpPr>
        <p:spPr>
          <a:xfrm>
            <a:off x="677325" y="1832775"/>
            <a:ext cx="3217200" cy="1484100"/>
          </a:xfrm>
          <a:prstGeom prst="rect">
            <a:avLst/>
          </a:prstGeom>
        </p:spPr>
        <p:txBody>
          <a:bodyPr anchorCtr="0" anchor="ctr" bIns="0" lIns="0" spcFirstLastPara="1" rIns="0" wrap="square" tIns="0">
            <a:noAutofit/>
          </a:bodyPr>
          <a:lstStyle>
            <a:lvl1pPr lvl="0">
              <a:spcBef>
                <a:spcPts val="0"/>
              </a:spcBef>
              <a:spcAft>
                <a:spcPts val="0"/>
              </a:spcAft>
              <a:buSzPts val="4200"/>
              <a:buNone/>
              <a:defRPr sz="4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3" name="Google Shape;333;p49"/>
          <p:cNvSpPr txBox="1"/>
          <p:nvPr>
            <p:ph idx="1" type="subTitle"/>
          </p:nvPr>
        </p:nvSpPr>
        <p:spPr>
          <a:xfrm>
            <a:off x="4406650" y="39375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4" name="Google Shape;334;p49"/>
          <p:cNvSpPr txBox="1"/>
          <p:nvPr>
            <p:ph idx="2" type="subTitle"/>
          </p:nvPr>
        </p:nvSpPr>
        <p:spPr>
          <a:xfrm>
            <a:off x="4406650" y="115170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5" name="Google Shape;335;p49"/>
          <p:cNvSpPr txBox="1"/>
          <p:nvPr>
            <p:ph idx="3" type="subTitle"/>
          </p:nvPr>
        </p:nvSpPr>
        <p:spPr>
          <a:xfrm>
            <a:off x="4406650" y="342557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6" name="Google Shape;336;p49"/>
          <p:cNvSpPr txBox="1"/>
          <p:nvPr>
            <p:ph idx="4" type="subTitle"/>
          </p:nvPr>
        </p:nvSpPr>
        <p:spPr>
          <a:xfrm>
            <a:off x="4406650" y="1909660"/>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7" name="Google Shape;337;p49"/>
          <p:cNvSpPr txBox="1"/>
          <p:nvPr>
            <p:ph idx="5" type="subTitle"/>
          </p:nvPr>
        </p:nvSpPr>
        <p:spPr>
          <a:xfrm>
            <a:off x="4406650" y="418352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38" name="Google Shape;338;p49"/>
          <p:cNvSpPr txBox="1"/>
          <p:nvPr>
            <p:ph idx="6" type="subTitle"/>
          </p:nvPr>
        </p:nvSpPr>
        <p:spPr>
          <a:xfrm>
            <a:off x="4406650" y="2667615"/>
            <a:ext cx="44097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Title, body and image">
    <p:spTree>
      <p:nvGrpSpPr>
        <p:cNvPr id="339" name="Shape 339"/>
        <p:cNvGrpSpPr/>
        <p:nvPr/>
      </p:nvGrpSpPr>
      <p:grpSpPr>
        <a:xfrm>
          <a:off x="0" y="0"/>
          <a:ext cx="0" cy="0"/>
          <a:chOff x="0" y="0"/>
          <a:chExt cx="0" cy="0"/>
        </a:xfrm>
      </p:grpSpPr>
      <p:sp>
        <p:nvSpPr>
          <p:cNvPr id="340" name="Google Shape;340;p50"/>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41" name="Google Shape;341;p50"/>
          <p:cNvSpPr txBox="1"/>
          <p:nvPr>
            <p:ph idx="1" type="body"/>
          </p:nvPr>
        </p:nvSpPr>
        <p:spPr>
          <a:xfrm>
            <a:off x="311700" y="1152475"/>
            <a:ext cx="4473900" cy="34164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2" name="Google Shape;342;p50"/>
          <p:cNvSpPr/>
          <p:nvPr>
            <p:ph idx="2" type="pic"/>
          </p:nvPr>
        </p:nvSpPr>
        <p:spPr>
          <a:xfrm>
            <a:off x="4992024" y="1152775"/>
            <a:ext cx="3840300" cy="3416400"/>
          </a:xfrm>
          <a:prstGeom prst="rect">
            <a:avLst/>
          </a:prstGeom>
          <a:noFill/>
          <a:ln>
            <a:noFill/>
          </a:ln>
        </p:spPr>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Two big ideas">
    <p:spTree>
      <p:nvGrpSpPr>
        <p:cNvPr id="343" name="Shape 343"/>
        <p:cNvGrpSpPr/>
        <p:nvPr/>
      </p:nvGrpSpPr>
      <p:grpSpPr>
        <a:xfrm>
          <a:off x="0" y="0"/>
          <a:ext cx="0" cy="0"/>
          <a:chOff x="0" y="0"/>
          <a:chExt cx="0" cy="0"/>
        </a:xfrm>
      </p:grpSpPr>
      <p:sp>
        <p:nvSpPr>
          <p:cNvPr id="344" name="Google Shape;344;p51"/>
          <p:cNvSpPr txBox="1"/>
          <p:nvPr>
            <p:ph type="title"/>
          </p:nvPr>
        </p:nvSpPr>
        <p:spPr>
          <a:xfrm>
            <a:off x="483175"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45" name="Google Shape;345;p51"/>
          <p:cNvSpPr txBox="1"/>
          <p:nvPr>
            <p:ph idx="1" type="body"/>
          </p:nvPr>
        </p:nvSpPr>
        <p:spPr>
          <a:xfrm>
            <a:off x="483150" y="2237788"/>
            <a:ext cx="36198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6" name="Google Shape;346;p51"/>
          <p:cNvSpPr txBox="1"/>
          <p:nvPr>
            <p:ph idx="2" type="body"/>
          </p:nvPr>
        </p:nvSpPr>
        <p:spPr>
          <a:xfrm>
            <a:off x="5048000" y="2237788"/>
            <a:ext cx="36198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47" name="Google Shape;347;p51"/>
          <p:cNvSpPr txBox="1"/>
          <p:nvPr>
            <p:ph idx="3" type="subTitle"/>
          </p:nvPr>
        </p:nvSpPr>
        <p:spPr>
          <a:xfrm>
            <a:off x="48315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48" name="Google Shape;348;p51"/>
          <p:cNvSpPr txBox="1"/>
          <p:nvPr>
            <p:ph idx="4" type="subTitle"/>
          </p:nvPr>
        </p:nvSpPr>
        <p:spPr>
          <a:xfrm>
            <a:off x="5048000" y="1336161"/>
            <a:ext cx="3619800" cy="5427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Three big ideas">
    <p:spTree>
      <p:nvGrpSpPr>
        <p:cNvPr id="349" name="Shape 349"/>
        <p:cNvGrpSpPr/>
        <p:nvPr/>
      </p:nvGrpSpPr>
      <p:grpSpPr>
        <a:xfrm>
          <a:off x="0" y="0"/>
          <a:ext cx="0" cy="0"/>
          <a:chOff x="0" y="0"/>
          <a:chExt cx="0" cy="0"/>
        </a:xfrm>
      </p:grpSpPr>
      <p:sp>
        <p:nvSpPr>
          <p:cNvPr id="350" name="Google Shape;350;p52"/>
          <p:cNvSpPr txBox="1"/>
          <p:nvPr>
            <p:ph idx="1" type="body"/>
          </p:nvPr>
        </p:nvSpPr>
        <p:spPr>
          <a:xfrm>
            <a:off x="483175" y="2417500"/>
            <a:ext cx="2455500" cy="23736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1" name="Google Shape;351;p52"/>
          <p:cNvSpPr txBox="1"/>
          <p:nvPr>
            <p:ph idx="2" type="body"/>
          </p:nvPr>
        </p:nvSpPr>
        <p:spPr>
          <a:xfrm>
            <a:off x="334772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2" name="Google Shape;352;p52"/>
          <p:cNvSpPr txBox="1"/>
          <p:nvPr>
            <p:ph type="title"/>
          </p:nvPr>
        </p:nvSpPr>
        <p:spPr>
          <a:xfrm>
            <a:off x="483175" y="450025"/>
            <a:ext cx="8184600" cy="758100"/>
          </a:xfrm>
          <a:prstGeom prst="rect">
            <a:avLst/>
          </a:prstGeom>
        </p:spPr>
        <p:txBody>
          <a:bodyPr anchorCtr="0" anchor="ctr" bIns="0" lIns="0" spcFirstLastPara="1" rIns="0" wrap="square" tIns="0">
            <a:spAutoFit/>
          </a:bodyPr>
          <a:lstStyle>
            <a:lvl1pPr lvl="0">
              <a:spcBef>
                <a:spcPts val="0"/>
              </a:spcBef>
              <a:spcAft>
                <a:spcPts val="0"/>
              </a:spcAft>
              <a:buSzPts val="3000"/>
              <a:buChar char="●"/>
              <a:defRPr sz="3000"/>
            </a:lvl1pPr>
            <a:lvl2pPr lvl="1">
              <a:spcBef>
                <a:spcPts val="0"/>
              </a:spcBef>
              <a:spcAft>
                <a:spcPts val="0"/>
              </a:spcAft>
              <a:buSzPts val="3000"/>
              <a:buChar char="○"/>
              <a:defRPr sz="3000"/>
            </a:lvl2pPr>
            <a:lvl3pPr lvl="2">
              <a:spcBef>
                <a:spcPts val="0"/>
              </a:spcBef>
              <a:spcAft>
                <a:spcPts val="0"/>
              </a:spcAft>
              <a:buSzPts val="3000"/>
              <a:buChar char="■"/>
              <a:defRPr sz="3000"/>
            </a:lvl3pPr>
            <a:lvl4pPr lvl="3">
              <a:spcBef>
                <a:spcPts val="0"/>
              </a:spcBef>
              <a:spcAft>
                <a:spcPts val="0"/>
              </a:spcAft>
              <a:buSzPts val="3000"/>
              <a:buChar char="●"/>
              <a:defRPr sz="3000"/>
            </a:lvl4pPr>
            <a:lvl5pPr lvl="4">
              <a:spcBef>
                <a:spcPts val="0"/>
              </a:spcBef>
              <a:spcAft>
                <a:spcPts val="0"/>
              </a:spcAft>
              <a:buSzPts val="3000"/>
              <a:buChar char="○"/>
              <a:defRPr sz="3000"/>
            </a:lvl5pPr>
            <a:lvl6pPr lvl="5">
              <a:spcBef>
                <a:spcPts val="0"/>
              </a:spcBef>
              <a:spcAft>
                <a:spcPts val="0"/>
              </a:spcAft>
              <a:buSzPts val="3000"/>
              <a:buChar char="■"/>
              <a:defRPr sz="3000"/>
            </a:lvl6pPr>
            <a:lvl7pPr lvl="6">
              <a:spcBef>
                <a:spcPts val="0"/>
              </a:spcBef>
              <a:spcAft>
                <a:spcPts val="0"/>
              </a:spcAft>
              <a:buSzPts val="3000"/>
              <a:buChar char="●"/>
              <a:defRPr sz="3000"/>
            </a:lvl7pPr>
            <a:lvl8pPr lvl="7">
              <a:spcBef>
                <a:spcPts val="0"/>
              </a:spcBef>
              <a:spcAft>
                <a:spcPts val="0"/>
              </a:spcAft>
              <a:buSzPts val="3000"/>
              <a:buChar char="○"/>
              <a:defRPr sz="3000"/>
            </a:lvl8pPr>
            <a:lvl9pPr lvl="8">
              <a:spcBef>
                <a:spcPts val="0"/>
              </a:spcBef>
              <a:spcAft>
                <a:spcPts val="0"/>
              </a:spcAft>
              <a:buSzPts val="3000"/>
              <a:buChar char="■"/>
              <a:defRPr sz="3000"/>
            </a:lvl9pPr>
          </a:lstStyle>
          <a:p/>
        </p:txBody>
      </p:sp>
      <p:sp>
        <p:nvSpPr>
          <p:cNvPr id="353" name="Google Shape;353;p52"/>
          <p:cNvSpPr txBox="1"/>
          <p:nvPr>
            <p:ph idx="3" type="subTitle"/>
          </p:nvPr>
        </p:nvSpPr>
        <p:spPr>
          <a:xfrm>
            <a:off x="4831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4" name="Google Shape;354;p52"/>
          <p:cNvSpPr txBox="1"/>
          <p:nvPr>
            <p:ph idx="4" type="subTitle"/>
          </p:nvPr>
        </p:nvSpPr>
        <p:spPr>
          <a:xfrm>
            <a:off x="334772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5" name="Google Shape;355;p52"/>
          <p:cNvSpPr txBox="1"/>
          <p:nvPr>
            <p:ph idx="5" type="subTitle"/>
          </p:nvPr>
        </p:nvSpPr>
        <p:spPr>
          <a:xfrm>
            <a:off x="6212275" y="1336150"/>
            <a:ext cx="2455500" cy="7785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56" name="Google Shape;356;p52"/>
          <p:cNvSpPr txBox="1"/>
          <p:nvPr>
            <p:ph idx="6" type="body"/>
          </p:nvPr>
        </p:nvSpPr>
        <p:spPr>
          <a:xfrm>
            <a:off x="6212275" y="2417500"/>
            <a:ext cx="2455500" cy="23736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p:cSld name="Four big ideas">
    <p:spTree>
      <p:nvGrpSpPr>
        <p:cNvPr id="357" name="Shape 357"/>
        <p:cNvGrpSpPr/>
        <p:nvPr/>
      </p:nvGrpSpPr>
      <p:grpSpPr>
        <a:xfrm>
          <a:off x="0" y="0"/>
          <a:ext cx="0" cy="0"/>
          <a:chOff x="0" y="0"/>
          <a:chExt cx="0" cy="0"/>
        </a:xfrm>
      </p:grpSpPr>
      <p:sp>
        <p:nvSpPr>
          <p:cNvPr id="358" name="Google Shape;358;p53"/>
          <p:cNvSpPr txBox="1"/>
          <p:nvPr>
            <p:ph idx="1" type="body"/>
          </p:nvPr>
        </p:nvSpPr>
        <p:spPr>
          <a:xfrm>
            <a:off x="366725" y="1759093"/>
            <a:ext cx="3838500" cy="1138500"/>
          </a:xfrm>
          <a:prstGeom prst="rect">
            <a:avLst/>
          </a:prstGeom>
        </p:spPr>
        <p:txBody>
          <a:bodyPr anchorCtr="0" anchor="t" bIns="0" lIns="0" spcFirstLastPara="1" rIns="0" wrap="square" tIns="0">
            <a:sp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59" name="Google Shape;359;p53"/>
          <p:cNvSpPr txBox="1"/>
          <p:nvPr>
            <p:ph idx="2" type="body"/>
          </p:nvPr>
        </p:nvSpPr>
        <p:spPr>
          <a:xfrm>
            <a:off x="4938725" y="1759093"/>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0" name="Google Shape;360;p53"/>
          <p:cNvSpPr txBox="1"/>
          <p:nvPr>
            <p:ph idx="3" type="body"/>
          </p:nvPr>
        </p:nvSpPr>
        <p:spPr>
          <a:xfrm>
            <a:off x="366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1" name="Google Shape;361;p53"/>
          <p:cNvSpPr txBox="1"/>
          <p:nvPr>
            <p:ph idx="4" type="body"/>
          </p:nvPr>
        </p:nvSpPr>
        <p:spPr>
          <a:xfrm>
            <a:off x="4938750" y="3648575"/>
            <a:ext cx="3838500" cy="11385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62" name="Google Shape;362;p53"/>
          <p:cNvSpPr txBox="1"/>
          <p:nvPr>
            <p:ph type="title"/>
          </p:nvPr>
        </p:nvSpPr>
        <p:spPr>
          <a:xfrm>
            <a:off x="366750" y="450025"/>
            <a:ext cx="8184600" cy="758100"/>
          </a:xfrm>
          <a:prstGeom prst="rect">
            <a:avLst/>
          </a:prstGeom>
        </p:spPr>
        <p:txBody>
          <a:bodyPr anchorCtr="0" anchor="ctr" bIns="0" lIns="0" spcFirstLastPara="1" rIns="0" wrap="square" tIns="0">
            <a:no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363" name="Google Shape;363;p53"/>
          <p:cNvSpPr txBox="1"/>
          <p:nvPr>
            <p:ph idx="5" type="subTitle"/>
          </p:nvPr>
        </p:nvSpPr>
        <p:spPr>
          <a:xfrm>
            <a:off x="366763"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4" name="Google Shape;364;p53"/>
          <p:cNvSpPr txBox="1"/>
          <p:nvPr>
            <p:ph idx="6" type="subTitle"/>
          </p:nvPr>
        </p:nvSpPr>
        <p:spPr>
          <a:xfrm>
            <a:off x="4938738" y="1277907"/>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5" name="Google Shape;365;p53"/>
          <p:cNvSpPr txBox="1"/>
          <p:nvPr>
            <p:ph idx="7" type="subTitle"/>
          </p:nvPr>
        </p:nvSpPr>
        <p:spPr>
          <a:xfrm>
            <a:off x="4938761"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
        <p:nvSpPr>
          <p:cNvPr id="366" name="Google Shape;366;p53"/>
          <p:cNvSpPr txBox="1"/>
          <p:nvPr>
            <p:ph idx="8" type="subTitle"/>
          </p:nvPr>
        </p:nvSpPr>
        <p:spPr>
          <a:xfrm>
            <a:off x="366750" y="3167363"/>
            <a:ext cx="3838500" cy="481200"/>
          </a:xfrm>
          <a:prstGeom prst="rect">
            <a:avLst/>
          </a:prstGeom>
        </p:spPr>
        <p:txBody>
          <a:bodyPr anchorCtr="0" anchor="t" bIns="91425" lIns="91425" spcFirstLastPara="1" rIns="91425" wrap="square" tIns="91425">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Title and image">
    <p:spTree>
      <p:nvGrpSpPr>
        <p:cNvPr id="367" name="Shape 367"/>
        <p:cNvGrpSpPr/>
        <p:nvPr/>
      </p:nvGrpSpPr>
      <p:grpSpPr>
        <a:xfrm>
          <a:off x="0" y="0"/>
          <a:ext cx="0" cy="0"/>
          <a:chOff x="0" y="0"/>
          <a:chExt cx="0" cy="0"/>
        </a:xfrm>
      </p:grpSpPr>
      <p:sp>
        <p:nvSpPr>
          <p:cNvPr id="368" name="Google Shape;368;p54"/>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9" name="Google Shape;369;p54"/>
          <p:cNvSpPr/>
          <p:nvPr>
            <p:ph idx="2" type="pic"/>
          </p:nvPr>
        </p:nvSpPr>
        <p:spPr>
          <a:xfrm>
            <a:off x="311700" y="1170425"/>
            <a:ext cx="8520600" cy="34929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Two storyboards">
    <p:spTree>
      <p:nvGrpSpPr>
        <p:cNvPr id="370" name="Shape 370"/>
        <p:cNvGrpSpPr/>
        <p:nvPr/>
      </p:nvGrpSpPr>
      <p:grpSpPr>
        <a:xfrm>
          <a:off x="0" y="0"/>
          <a:ext cx="0" cy="0"/>
          <a:chOff x="0" y="0"/>
          <a:chExt cx="0" cy="0"/>
        </a:xfrm>
      </p:grpSpPr>
      <p:sp>
        <p:nvSpPr>
          <p:cNvPr id="371" name="Google Shape;371;p55"/>
          <p:cNvSpPr txBox="1"/>
          <p:nvPr>
            <p:ph idx="1" type="body"/>
          </p:nvPr>
        </p:nvSpPr>
        <p:spPr>
          <a:xfrm>
            <a:off x="311700" y="4080225"/>
            <a:ext cx="4027500" cy="9261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2" name="Google Shape;372;p55"/>
          <p:cNvSpPr/>
          <p:nvPr>
            <p:ph idx="2" type="pic"/>
          </p:nvPr>
        </p:nvSpPr>
        <p:spPr>
          <a:xfrm>
            <a:off x="4804825" y="1133300"/>
            <a:ext cx="4027500" cy="2392800"/>
          </a:xfrm>
          <a:prstGeom prst="rect">
            <a:avLst/>
          </a:prstGeom>
          <a:noFill/>
          <a:ln>
            <a:noFill/>
          </a:ln>
        </p:spPr>
      </p:sp>
      <p:sp>
        <p:nvSpPr>
          <p:cNvPr id="373" name="Google Shape;373;p55"/>
          <p:cNvSpPr/>
          <p:nvPr>
            <p:ph idx="3" type="pic"/>
          </p:nvPr>
        </p:nvSpPr>
        <p:spPr>
          <a:xfrm>
            <a:off x="311725" y="1133300"/>
            <a:ext cx="4027500" cy="2392800"/>
          </a:xfrm>
          <a:prstGeom prst="rect">
            <a:avLst/>
          </a:prstGeom>
          <a:noFill/>
          <a:ln>
            <a:noFill/>
          </a:ln>
        </p:spPr>
      </p:sp>
      <p:sp>
        <p:nvSpPr>
          <p:cNvPr id="374" name="Google Shape;374;p55"/>
          <p:cNvSpPr txBox="1"/>
          <p:nvPr>
            <p:ph idx="4" type="body"/>
          </p:nvPr>
        </p:nvSpPr>
        <p:spPr>
          <a:xfrm>
            <a:off x="4804825" y="4080225"/>
            <a:ext cx="4027500" cy="9261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75" name="Google Shape;375;p55"/>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76" name="Google Shape;376;p55"/>
          <p:cNvSpPr txBox="1"/>
          <p:nvPr>
            <p:ph idx="5" type="subTitle"/>
          </p:nvPr>
        </p:nvSpPr>
        <p:spPr>
          <a:xfrm>
            <a:off x="3117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77" name="Google Shape;377;p55"/>
          <p:cNvSpPr txBox="1"/>
          <p:nvPr>
            <p:ph idx="6" type="subTitle"/>
          </p:nvPr>
        </p:nvSpPr>
        <p:spPr>
          <a:xfrm>
            <a:off x="4804825" y="3582900"/>
            <a:ext cx="40275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Three storyboards">
    <p:spTree>
      <p:nvGrpSpPr>
        <p:cNvPr id="378" name="Shape 378"/>
        <p:cNvGrpSpPr/>
        <p:nvPr/>
      </p:nvGrpSpPr>
      <p:grpSpPr>
        <a:xfrm>
          <a:off x="0" y="0"/>
          <a:ext cx="0" cy="0"/>
          <a:chOff x="0" y="0"/>
          <a:chExt cx="0" cy="0"/>
        </a:xfrm>
      </p:grpSpPr>
      <p:sp>
        <p:nvSpPr>
          <p:cNvPr id="379" name="Google Shape;379;p56"/>
          <p:cNvSpPr txBox="1"/>
          <p:nvPr>
            <p:ph idx="1" type="body"/>
          </p:nvPr>
        </p:nvSpPr>
        <p:spPr>
          <a:xfrm>
            <a:off x="311700" y="3911700"/>
            <a:ext cx="2627100" cy="1018500"/>
          </a:xfrm>
          <a:prstGeom prst="rect">
            <a:avLst/>
          </a:prstGeom>
        </p:spPr>
        <p:txBody>
          <a:bodyPr anchorCtr="0" anchor="t" bIns="0" lIns="0" spcFirstLastPara="1" rIns="0" wrap="square" tIns="0">
            <a:sp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0" name="Google Shape;380;p56"/>
          <p:cNvSpPr/>
          <p:nvPr>
            <p:ph idx="2" type="pic"/>
          </p:nvPr>
        </p:nvSpPr>
        <p:spPr>
          <a:xfrm>
            <a:off x="6205225" y="1128325"/>
            <a:ext cx="2627100" cy="2273100"/>
          </a:xfrm>
          <a:prstGeom prst="rect">
            <a:avLst/>
          </a:prstGeom>
          <a:noFill/>
          <a:ln>
            <a:noFill/>
          </a:ln>
        </p:spPr>
      </p:sp>
      <p:sp>
        <p:nvSpPr>
          <p:cNvPr id="381" name="Google Shape;381;p56"/>
          <p:cNvSpPr/>
          <p:nvPr>
            <p:ph idx="3" type="pic"/>
          </p:nvPr>
        </p:nvSpPr>
        <p:spPr>
          <a:xfrm>
            <a:off x="311725" y="1128325"/>
            <a:ext cx="2627100" cy="2273100"/>
          </a:xfrm>
          <a:prstGeom prst="rect">
            <a:avLst/>
          </a:prstGeom>
          <a:noFill/>
          <a:ln>
            <a:noFill/>
          </a:ln>
        </p:spPr>
      </p:sp>
      <p:sp>
        <p:nvSpPr>
          <p:cNvPr id="382" name="Google Shape;382;p56"/>
          <p:cNvSpPr txBox="1"/>
          <p:nvPr>
            <p:ph idx="4" type="body"/>
          </p:nvPr>
        </p:nvSpPr>
        <p:spPr>
          <a:xfrm>
            <a:off x="6205225"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3" name="Google Shape;383;p56"/>
          <p:cNvSpPr/>
          <p:nvPr>
            <p:ph idx="5" type="pic"/>
          </p:nvPr>
        </p:nvSpPr>
        <p:spPr>
          <a:xfrm>
            <a:off x="3255250" y="1128325"/>
            <a:ext cx="2627100" cy="2273100"/>
          </a:xfrm>
          <a:prstGeom prst="rect">
            <a:avLst/>
          </a:prstGeom>
          <a:noFill/>
          <a:ln>
            <a:noFill/>
          </a:ln>
        </p:spPr>
      </p:sp>
      <p:sp>
        <p:nvSpPr>
          <p:cNvPr id="384" name="Google Shape;384;p56"/>
          <p:cNvSpPr txBox="1"/>
          <p:nvPr>
            <p:ph idx="6" type="body"/>
          </p:nvPr>
        </p:nvSpPr>
        <p:spPr>
          <a:xfrm>
            <a:off x="3255250" y="3911700"/>
            <a:ext cx="2627100" cy="10185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a:lvl1pPr>
            <a:lvl2pPr indent="-304800" lvl="1" marL="914400">
              <a:spcBef>
                <a:spcPts val="0"/>
              </a:spcBef>
              <a:spcAft>
                <a:spcPts val="0"/>
              </a:spcAft>
              <a:buSzPts val="12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385" name="Google Shape;385;p56"/>
          <p:cNvSpPr txBox="1"/>
          <p:nvPr>
            <p:ph type="title"/>
          </p:nvPr>
        </p:nvSpPr>
        <p:spPr>
          <a:xfrm>
            <a:off x="311700" y="445025"/>
            <a:ext cx="8520600" cy="572700"/>
          </a:xfrm>
          <a:prstGeom prst="rect">
            <a:avLst/>
          </a:prstGeom>
        </p:spPr>
        <p:txBody>
          <a:bodyPr anchorCtr="0" anchor="ctr" bIns="0" lIns="0" spcFirstLastPara="1" rIns="0" wrap="square" tIns="0">
            <a:no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6" name="Google Shape;386;p56"/>
          <p:cNvSpPr txBox="1"/>
          <p:nvPr>
            <p:ph idx="7" type="subTitle"/>
          </p:nvPr>
        </p:nvSpPr>
        <p:spPr>
          <a:xfrm>
            <a:off x="3117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7" name="Google Shape;387;p56"/>
          <p:cNvSpPr txBox="1"/>
          <p:nvPr>
            <p:ph idx="8" type="subTitle"/>
          </p:nvPr>
        </p:nvSpPr>
        <p:spPr>
          <a:xfrm>
            <a:off x="6205225"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
        <p:nvSpPr>
          <p:cNvPr id="388" name="Google Shape;388;p56"/>
          <p:cNvSpPr txBox="1"/>
          <p:nvPr>
            <p:ph idx="9" type="subTitle"/>
          </p:nvPr>
        </p:nvSpPr>
        <p:spPr>
          <a:xfrm>
            <a:off x="3255250" y="3430500"/>
            <a:ext cx="2627100" cy="4812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Image only">
    <p:spTree>
      <p:nvGrpSpPr>
        <p:cNvPr id="389" name="Shape 389"/>
        <p:cNvGrpSpPr/>
        <p:nvPr/>
      </p:nvGrpSpPr>
      <p:grpSpPr>
        <a:xfrm>
          <a:off x="0" y="0"/>
          <a:ext cx="0" cy="0"/>
          <a:chOff x="0" y="0"/>
          <a:chExt cx="0" cy="0"/>
        </a:xfrm>
      </p:grpSpPr>
      <p:sp>
        <p:nvSpPr>
          <p:cNvPr id="390" name="Google Shape;390;p57"/>
          <p:cNvSpPr/>
          <p:nvPr>
            <p:ph idx="2" type="pic"/>
          </p:nvPr>
        </p:nvSpPr>
        <p:spPr>
          <a:xfrm>
            <a:off x="311700" y="445025"/>
            <a:ext cx="8520600" cy="4218300"/>
          </a:xfrm>
          <a:prstGeom prst="rect">
            <a:avLst/>
          </a:prstGeom>
          <a:noFill/>
          <a:ln>
            <a:noFill/>
          </a:ln>
        </p:spPr>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Image grid">
    <p:spTree>
      <p:nvGrpSpPr>
        <p:cNvPr id="391" name="Shape 391"/>
        <p:cNvGrpSpPr/>
        <p:nvPr/>
      </p:nvGrpSpPr>
      <p:grpSpPr>
        <a:xfrm>
          <a:off x="0" y="0"/>
          <a:ext cx="0" cy="0"/>
          <a:chOff x="0" y="0"/>
          <a:chExt cx="0" cy="0"/>
        </a:xfrm>
      </p:grpSpPr>
      <p:sp>
        <p:nvSpPr>
          <p:cNvPr id="392" name="Google Shape;392;p58"/>
          <p:cNvSpPr/>
          <p:nvPr>
            <p:ph idx="2" type="pic"/>
          </p:nvPr>
        </p:nvSpPr>
        <p:spPr>
          <a:xfrm>
            <a:off x="3389600" y="118913"/>
            <a:ext cx="1643700" cy="1535100"/>
          </a:xfrm>
          <a:prstGeom prst="rect">
            <a:avLst/>
          </a:prstGeom>
          <a:noFill/>
          <a:ln>
            <a:noFill/>
          </a:ln>
        </p:spPr>
      </p:sp>
      <p:sp>
        <p:nvSpPr>
          <p:cNvPr id="393" name="Google Shape;393;p58"/>
          <p:cNvSpPr/>
          <p:nvPr>
            <p:ph idx="3" type="pic"/>
          </p:nvPr>
        </p:nvSpPr>
        <p:spPr>
          <a:xfrm>
            <a:off x="5195935" y="118913"/>
            <a:ext cx="1643700" cy="1535100"/>
          </a:xfrm>
          <a:prstGeom prst="rect">
            <a:avLst/>
          </a:prstGeom>
          <a:noFill/>
          <a:ln>
            <a:noFill/>
          </a:ln>
        </p:spPr>
      </p:sp>
      <p:sp>
        <p:nvSpPr>
          <p:cNvPr id="394" name="Google Shape;394;p58"/>
          <p:cNvSpPr/>
          <p:nvPr>
            <p:ph idx="4" type="pic"/>
          </p:nvPr>
        </p:nvSpPr>
        <p:spPr>
          <a:xfrm>
            <a:off x="7002270" y="118913"/>
            <a:ext cx="1643700" cy="1535100"/>
          </a:xfrm>
          <a:prstGeom prst="rect">
            <a:avLst/>
          </a:prstGeom>
          <a:noFill/>
          <a:ln>
            <a:noFill/>
          </a:ln>
        </p:spPr>
      </p:sp>
      <p:sp>
        <p:nvSpPr>
          <p:cNvPr id="395" name="Google Shape;395;p58"/>
          <p:cNvSpPr/>
          <p:nvPr>
            <p:ph idx="5" type="pic"/>
          </p:nvPr>
        </p:nvSpPr>
        <p:spPr>
          <a:xfrm>
            <a:off x="3389588" y="1804212"/>
            <a:ext cx="1643700" cy="1535100"/>
          </a:xfrm>
          <a:prstGeom prst="rect">
            <a:avLst/>
          </a:prstGeom>
          <a:noFill/>
          <a:ln>
            <a:noFill/>
          </a:ln>
        </p:spPr>
      </p:sp>
      <p:sp>
        <p:nvSpPr>
          <p:cNvPr id="396" name="Google Shape;396;p58"/>
          <p:cNvSpPr/>
          <p:nvPr>
            <p:ph idx="6" type="pic"/>
          </p:nvPr>
        </p:nvSpPr>
        <p:spPr>
          <a:xfrm>
            <a:off x="5195922" y="1804212"/>
            <a:ext cx="1643700" cy="1535100"/>
          </a:xfrm>
          <a:prstGeom prst="rect">
            <a:avLst/>
          </a:prstGeom>
          <a:noFill/>
          <a:ln>
            <a:noFill/>
          </a:ln>
        </p:spPr>
      </p:sp>
      <p:sp>
        <p:nvSpPr>
          <p:cNvPr id="397" name="Google Shape;397;p58"/>
          <p:cNvSpPr/>
          <p:nvPr>
            <p:ph idx="7" type="pic"/>
          </p:nvPr>
        </p:nvSpPr>
        <p:spPr>
          <a:xfrm>
            <a:off x="7002257" y="1804212"/>
            <a:ext cx="1643700" cy="1535100"/>
          </a:xfrm>
          <a:prstGeom prst="rect">
            <a:avLst/>
          </a:prstGeom>
          <a:noFill/>
          <a:ln>
            <a:noFill/>
          </a:ln>
        </p:spPr>
      </p:sp>
      <p:sp>
        <p:nvSpPr>
          <p:cNvPr id="398" name="Google Shape;398;p58"/>
          <p:cNvSpPr txBox="1"/>
          <p:nvPr>
            <p:ph type="title"/>
          </p:nvPr>
        </p:nvSpPr>
        <p:spPr>
          <a:xfrm>
            <a:off x="351550" y="445025"/>
            <a:ext cx="2596800" cy="1706400"/>
          </a:xfrm>
          <a:prstGeom prst="rect">
            <a:avLst/>
          </a:prstGeom>
        </p:spPr>
        <p:txBody>
          <a:bodyPr anchorCtr="0" anchor="ctr" bIns="0" lIns="0" spcFirstLastPara="1" rIns="0" wrap="square" tIns="0">
            <a:spAutoFit/>
          </a:bodyPr>
          <a:lstStyle>
            <a:lvl1pPr lvl="0">
              <a:spcBef>
                <a:spcPts val="0"/>
              </a:spcBef>
              <a:spcAft>
                <a:spcPts val="0"/>
              </a:spcAft>
              <a:buSzPts val="6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99" name="Google Shape;399;p58"/>
          <p:cNvSpPr/>
          <p:nvPr>
            <p:ph idx="8" type="pic"/>
          </p:nvPr>
        </p:nvSpPr>
        <p:spPr>
          <a:xfrm>
            <a:off x="3389588" y="3489487"/>
            <a:ext cx="1643700" cy="1535100"/>
          </a:xfrm>
          <a:prstGeom prst="rect">
            <a:avLst/>
          </a:prstGeom>
          <a:noFill/>
          <a:ln>
            <a:noFill/>
          </a:ln>
        </p:spPr>
      </p:sp>
      <p:sp>
        <p:nvSpPr>
          <p:cNvPr id="400" name="Google Shape;400;p58"/>
          <p:cNvSpPr/>
          <p:nvPr>
            <p:ph idx="9" type="pic"/>
          </p:nvPr>
        </p:nvSpPr>
        <p:spPr>
          <a:xfrm>
            <a:off x="5195922" y="3489487"/>
            <a:ext cx="1643700" cy="1535100"/>
          </a:xfrm>
          <a:prstGeom prst="rect">
            <a:avLst/>
          </a:prstGeom>
          <a:noFill/>
          <a:ln>
            <a:noFill/>
          </a:ln>
        </p:spPr>
      </p:sp>
      <p:sp>
        <p:nvSpPr>
          <p:cNvPr id="401" name="Google Shape;401;p58"/>
          <p:cNvSpPr/>
          <p:nvPr>
            <p:ph idx="13" type="pic"/>
          </p:nvPr>
        </p:nvSpPr>
        <p:spPr>
          <a:xfrm>
            <a:off x="7002257" y="3489487"/>
            <a:ext cx="1643700" cy="1535100"/>
          </a:xfrm>
          <a:prstGeom prst="rect">
            <a:avLst/>
          </a:prstGeom>
          <a:noFill/>
          <a:ln>
            <a:noFill/>
          </a:ln>
        </p:spPr>
      </p:sp>
    </p:spTree>
  </p:cSld>
  <p:clrMapOvr>
    <a:masterClrMapping/>
  </p:clrMapOvr>
  <p:extLst>
    <p:ext uri="{DCECCB84-F9BA-43D5-87BE-67443E8EF086}">
      <p15:sldGuideLst>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40" Type="http://schemas.openxmlformats.org/officeDocument/2006/relationships/slideLayout" Target="../slideLayouts/slideLayout51.xml"/><Relationship Id="rId20" Type="http://schemas.openxmlformats.org/officeDocument/2006/relationships/slideLayout" Target="../slideLayouts/slideLayout31.xml"/><Relationship Id="rId42" Type="http://schemas.openxmlformats.org/officeDocument/2006/relationships/slideLayout" Target="../slideLayouts/slideLayout53.xml"/><Relationship Id="rId41" Type="http://schemas.openxmlformats.org/officeDocument/2006/relationships/slideLayout" Target="../slideLayouts/slideLayout52.xml"/><Relationship Id="rId22" Type="http://schemas.openxmlformats.org/officeDocument/2006/relationships/slideLayout" Target="../slideLayouts/slideLayout33.xml"/><Relationship Id="rId44" Type="http://schemas.openxmlformats.org/officeDocument/2006/relationships/slideLayout" Target="../slideLayouts/slideLayout55.xml"/><Relationship Id="rId21" Type="http://schemas.openxmlformats.org/officeDocument/2006/relationships/slideLayout" Target="../slideLayouts/slideLayout32.xml"/><Relationship Id="rId43" Type="http://schemas.openxmlformats.org/officeDocument/2006/relationships/slideLayout" Target="../slideLayouts/slideLayout54.xml"/><Relationship Id="rId24" Type="http://schemas.openxmlformats.org/officeDocument/2006/relationships/slideLayout" Target="../slideLayouts/slideLayout35.xml"/><Relationship Id="rId46" Type="http://schemas.openxmlformats.org/officeDocument/2006/relationships/theme" Target="../theme/theme3.xml"/><Relationship Id="rId23" Type="http://schemas.openxmlformats.org/officeDocument/2006/relationships/slideLayout" Target="../slideLayouts/slideLayout34.xml"/><Relationship Id="rId45" Type="http://schemas.openxmlformats.org/officeDocument/2006/relationships/slideLayout" Target="../slideLayouts/slideLayout56.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26" Type="http://schemas.openxmlformats.org/officeDocument/2006/relationships/slideLayout" Target="../slideLayouts/slideLayout37.xml"/><Relationship Id="rId25" Type="http://schemas.openxmlformats.org/officeDocument/2006/relationships/slideLayout" Target="../slideLayouts/slideLayout36.xml"/><Relationship Id="rId28" Type="http://schemas.openxmlformats.org/officeDocument/2006/relationships/slideLayout" Target="../slideLayouts/slideLayout39.xml"/><Relationship Id="rId27" Type="http://schemas.openxmlformats.org/officeDocument/2006/relationships/slideLayout" Target="../slideLayouts/slideLayout38.xml"/><Relationship Id="rId5" Type="http://schemas.openxmlformats.org/officeDocument/2006/relationships/slideLayout" Target="../slideLayouts/slideLayout16.xml"/><Relationship Id="rId6" Type="http://schemas.openxmlformats.org/officeDocument/2006/relationships/slideLayout" Target="../slideLayouts/slideLayout17.xml"/><Relationship Id="rId29" Type="http://schemas.openxmlformats.org/officeDocument/2006/relationships/slideLayout" Target="../slideLayouts/slideLayout40.xml"/><Relationship Id="rId7" Type="http://schemas.openxmlformats.org/officeDocument/2006/relationships/slideLayout" Target="../slideLayouts/slideLayout18.xml"/><Relationship Id="rId8" Type="http://schemas.openxmlformats.org/officeDocument/2006/relationships/slideLayout" Target="../slideLayouts/slideLayout19.xml"/><Relationship Id="rId31" Type="http://schemas.openxmlformats.org/officeDocument/2006/relationships/slideLayout" Target="../slideLayouts/slideLayout42.xml"/><Relationship Id="rId30" Type="http://schemas.openxmlformats.org/officeDocument/2006/relationships/slideLayout" Target="../slideLayouts/slideLayout41.xml"/><Relationship Id="rId11" Type="http://schemas.openxmlformats.org/officeDocument/2006/relationships/slideLayout" Target="../slideLayouts/slideLayout22.xml"/><Relationship Id="rId33" Type="http://schemas.openxmlformats.org/officeDocument/2006/relationships/slideLayout" Target="../slideLayouts/slideLayout44.xml"/><Relationship Id="rId10" Type="http://schemas.openxmlformats.org/officeDocument/2006/relationships/slideLayout" Target="../slideLayouts/slideLayout21.xml"/><Relationship Id="rId32" Type="http://schemas.openxmlformats.org/officeDocument/2006/relationships/slideLayout" Target="../slideLayouts/slideLayout43.xml"/><Relationship Id="rId13" Type="http://schemas.openxmlformats.org/officeDocument/2006/relationships/slideLayout" Target="../slideLayouts/slideLayout24.xml"/><Relationship Id="rId35" Type="http://schemas.openxmlformats.org/officeDocument/2006/relationships/slideLayout" Target="../slideLayouts/slideLayout46.xml"/><Relationship Id="rId12" Type="http://schemas.openxmlformats.org/officeDocument/2006/relationships/slideLayout" Target="../slideLayouts/slideLayout23.xml"/><Relationship Id="rId34" Type="http://schemas.openxmlformats.org/officeDocument/2006/relationships/slideLayout" Target="../slideLayouts/slideLayout45.xml"/><Relationship Id="rId15" Type="http://schemas.openxmlformats.org/officeDocument/2006/relationships/slideLayout" Target="../slideLayouts/slideLayout26.xml"/><Relationship Id="rId37" Type="http://schemas.openxmlformats.org/officeDocument/2006/relationships/slideLayout" Target="../slideLayouts/slideLayout48.xml"/><Relationship Id="rId14" Type="http://schemas.openxmlformats.org/officeDocument/2006/relationships/slideLayout" Target="../slideLayouts/slideLayout25.xml"/><Relationship Id="rId36" Type="http://schemas.openxmlformats.org/officeDocument/2006/relationships/slideLayout" Target="../slideLayouts/slideLayout47.xml"/><Relationship Id="rId17" Type="http://schemas.openxmlformats.org/officeDocument/2006/relationships/slideLayout" Target="../slideLayouts/slideLayout28.xml"/><Relationship Id="rId39" Type="http://schemas.openxmlformats.org/officeDocument/2006/relationships/slideLayout" Target="../slideLayouts/slideLayout50.xml"/><Relationship Id="rId16" Type="http://schemas.openxmlformats.org/officeDocument/2006/relationships/slideLayout" Target="../slideLayouts/slideLayout27.xml"/><Relationship Id="rId38" Type="http://schemas.openxmlformats.org/officeDocument/2006/relationships/slideLayout" Target="../slideLayouts/slideLayout49.xml"/><Relationship Id="rId19" Type="http://schemas.openxmlformats.org/officeDocument/2006/relationships/slideLayout" Target="../slideLayouts/slideLayout30.xml"/><Relationship Id="rId18"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idx="1" type="body"/>
          </p:nvPr>
        </p:nvSpPr>
        <p:spPr>
          <a:xfrm>
            <a:off x="284850" y="1555575"/>
            <a:ext cx="5710500" cy="2861400"/>
          </a:xfrm>
          <a:prstGeom prst="rect">
            <a:avLst/>
          </a:prstGeom>
          <a:noFill/>
          <a:ln>
            <a:noFill/>
          </a:ln>
        </p:spPr>
        <p:txBody>
          <a:bodyPr anchorCtr="0" anchor="t" bIns="0" lIns="0" spcFirstLastPara="1" rIns="0" wrap="square" tIns="0">
            <a:spAutoFit/>
          </a:bodyPr>
          <a:lstStyle>
            <a:lvl1pPr indent="-304800" lvl="0" marL="457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lnSpc>
                <a:spcPct val="115000"/>
              </a:lnSpc>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
        <p:nvSpPr>
          <p:cNvPr id="52" name="Google Shape;52;p13"/>
          <p:cNvSpPr txBox="1"/>
          <p:nvPr>
            <p:ph type="title"/>
          </p:nvPr>
        </p:nvSpPr>
        <p:spPr>
          <a:xfrm>
            <a:off x="284850" y="285900"/>
            <a:ext cx="6423900" cy="587700"/>
          </a:xfrm>
          <a:prstGeom prst="rect">
            <a:avLst/>
          </a:prstGeom>
          <a:noFill/>
          <a:ln>
            <a:noFill/>
          </a:ln>
        </p:spPr>
        <p:txBody>
          <a:bodyPr anchorCtr="0" anchor="t" bIns="0" lIns="0" spcFirstLastPara="1" rIns="0" wrap="square" tIns="0">
            <a:spAutoFit/>
          </a:bodyPr>
          <a:lstStyle>
            <a:lvl1pPr lvl="0">
              <a:lnSpc>
                <a:spcPct val="90000"/>
              </a:lnSpc>
              <a:spcBef>
                <a:spcPts val="0"/>
              </a:spcBef>
              <a:spcAft>
                <a:spcPts val="0"/>
              </a:spcAft>
              <a:buNone/>
              <a:defRPr sz="3600">
                <a:solidFill>
                  <a:schemeClr val="lt1"/>
                </a:solidFill>
                <a:latin typeface="Inter"/>
                <a:ea typeface="Inter"/>
                <a:cs typeface="Inter"/>
                <a:sym typeface="Inter"/>
              </a:defRPr>
            </a:lvl1pPr>
            <a:lvl2pPr lvl="1">
              <a:lnSpc>
                <a:spcPct val="115000"/>
              </a:lnSpc>
              <a:spcBef>
                <a:spcPts val="0"/>
              </a:spcBef>
              <a:spcAft>
                <a:spcPts val="0"/>
              </a:spcAft>
              <a:buNone/>
              <a:defRPr sz="3600">
                <a:solidFill>
                  <a:schemeClr val="lt1"/>
                </a:solidFill>
                <a:latin typeface="Inter"/>
                <a:ea typeface="Inter"/>
                <a:cs typeface="Inter"/>
                <a:sym typeface="Inter"/>
              </a:defRPr>
            </a:lvl2pPr>
            <a:lvl3pPr lvl="2">
              <a:lnSpc>
                <a:spcPct val="115000"/>
              </a:lnSpc>
              <a:spcBef>
                <a:spcPts val="0"/>
              </a:spcBef>
              <a:spcAft>
                <a:spcPts val="0"/>
              </a:spcAft>
              <a:buNone/>
              <a:defRPr sz="3600">
                <a:solidFill>
                  <a:schemeClr val="lt1"/>
                </a:solidFill>
                <a:latin typeface="Inter"/>
                <a:ea typeface="Inter"/>
                <a:cs typeface="Inter"/>
                <a:sym typeface="Inter"/>
              </a:defRPr>
            </a:lvl3pPr>
            <a:lvl4pPr lvl="3">
              <a:lnSpc>
                <a:spcPct val="115000"/>
              </a:lnSpc>
              <a:spcBef>
                <a:spcPts val="0"/>
              </a:spcBef>
              <a:spcAft>
                <a:spcPts val="0"/>
              </a:spcAft>
              <a:buNone/>
              <a:defRPr sz="3600">
                <a:solidFill>
                  <a:schemeClr val="lt1"/>
                </a:solidFill>
                <a:latin typeface="Inter"/>
                <a:ea typeface="Inter"/>
                <a:cs typeface="Inter"/>
                <a:sym typeface="Inter"/>
              </a:defRPr>
            </a:lvl4pPr>
            <a:lvl5pPr lvl="4">
              <a:lnSpc>
                <a:spcPct val="115000"/>
              </a:lnSpc>
              <a:spcBef>
                <a:spcPts val="0"/>
              </a:spcBef>
              <a:spcAft>
                <a:spcPts val="0"/>
              </a:spcAft>
              <a:buNone/>
              <a:defRPr sz="3600">
                <a:solidFill>
                  <a:schemeClr val="lt1"/>
                </a:solidFill>
                <a:latin typeface="Inter"/>
                <a:ea typeface="Inter"/>
                <a:cs typeface="Inter"/>
                <a:sym typeface="Inter"/>
              </a:defRPr>
            </a:lvl5pPr>
            <a:lvl6pPr lvl="5">
              <a:lnSpc>
                <a:spcPct val="115000"/>
              </a:lnSpc>
              <a:spcBef>
                <a:spcPts val="0"/>
              </a:spcBef>
              <a:spcAft>
                <a:spcPts val="0"/>
              </a:spcAft>
              <a:buNone/>
              <a:defRPr sz="3600">
                <a:solidFill>
                  <a:schemeClr val="lt1"/>
                </a:solidFill>
                <a:latin typeface="Inter"/>
                <a:ea typeface="Inter"/>
                <a:cs typeface="Inter"/>
                <a:sym typeface="Inter"/>
              </a:defRPr>
            </a:lvl6pPr>
            <a:lvl7pPr lvl="6">
              <a:lnSpc>
                <a:spcPct val="115000"/>
              </a:lnSpc>
              <a:spcBef>
                <a:spcPts val="0"/>
              </a:spcBef>
              <a:spcAft>
                <a:spcPts val="0"/>
              </a:spcAft>
              <a:buNone/>
              <a:defRPr sz="3600">
                <a:solidFill>
                  <a:schemeClr val="lt1"/>
                </a:solidFill>
                <a:latin typeface="Inter"/>
                <a:ea typeface="Inter"/>
                <a:cs typeface="Inter"/>
                <a:sym typeface="Inter"/>
              </a:defRPr>
            </a:lvl7pPr>
            <a:lvl8pPr lvl="7">
              <a:lnSpc>
                <a:spcPct val="115000"/>
              </a:lnSpc>
              <a:spcBef>
                <a:spcPts val="0"/>
              </a:spcBef>
              <a:spcAft>
                <a:spcPts val="0"/>
              </a:spcAft>
              <a:buNone/>
              <a:defRPr sz="3600">
                <a:solidFill>
                  <a:schemeClr val="lt1"/>
                </a:solidFill>
                <a:latin typeface="Inter"/>
                <a:ea typeface="Inter"/>
                <a:cs typeface="Inter"/>
                <a:sym typeface="Inter"/>
              </a:defRPr>
            </a:lvl8pPr>
            <a:lvl9pPr lvl="8">
              <a:lnSpc>
                <a:spcPct val="115000"/>
              </a:lnSpc>
              <a:spcBef>
                <a:spcPts val="0"/>
              </a:spcBef>
              <a:spcAft>
                <a:spcPts val="0"/>
              </a:spcAft>
              <a:buNone/>
              <a:defRPr sz="3600">
                <a:solidFill>
                  <a:schemeClr val="lt1"/>
                </a:solidFill>
                <a:latin typeface="Inter"/>
                <a:ea typeface="Inter"/>
                <a:cs typeface="Inter"/>
                <a:sym typeface="Inter"/>
              </a:defRPr>
            </a:lvl9pPr>
          </a:lstStyle>
          <a:p/>
        </p:txBody>
      </p:sp>
      <p:sp>
        <p:nvSpPr>
          <p:cNvPr id="53" name="Google Shape;53;p13"/>
          <p:cNvSpPr txBox="1"/>
          <p:nvPr>
            <p:ph idx="12" type="sldNum"/>
          </p:nvPr>
        </p:nvSpPr>
        <p:spPr>
          <a:xfrm>
            <a:off x="8308150" y="4782125"/>
            <a:ext cx="548700" cy="76200"/>
          </a:xfrm>
          <a:prstGeom prst="rect">
            <a:avLst/>
          </a:prstGeom>
          <a:noFill/>
          <a:ln>
            <a:noFill/>
          </a:ln>
        </p:spPr>
        <p:txBody>
          <a:bodyPr anchorCtr="0" anchor="ctr" bIns="0" lIns="0" spcFirstLastPara="1" rIns="0" wrap="square" tIns="0">
            <a:noAutofit/>
          </a:bodyPr>
          <a:lstStyle>
            <a:lvl1pPr lvl="0" algn="r">
              <a:buNone/>
              <a:defRPr sz="600">
                <a:solidFill>
                  <a:schemeClr val="lt1"/>
                </a:solidFill>
                <a:latin typeface="Inter"/>
                <a:ea typeface="Inter"/>
                <a:cs typeface="Inter"/>
                <a:sym typeface="Inter"/>
              </a:defRPr>
            </a:lvl1pPr>
            <a:lvl2pPr lvl="1" algn="r">
              <a:buNone/>
              <a:defRPr sz="600">
                <a:solidFill>
                  <a:schemeClr val="lt1"/>
                </a:solidFill>
                <a:latin typeface="Inter"/>
                <a:ea typeface="Inter"/>
                <a:cs typeface="Inter"/>
                <a:sym typeface="Inter"/>
              </a:defRPr>
            </a:lvl2pPr>
            <a:lvl3pPr lvl="2" algn="r">
              <a:buNone/>
              <a:defRPr sz="600">
                <a:solidFill>
                  <a:schemeClr val="lt1"/>
                </a:solidFill>
                <a:latin typeface="Inter"/>
                <a:ea typeface="Inter"/>
                <a:cs typeface="Inter"/>
                <a:sym typeface="Inter"/>
              </a:defRPr>
            </a:lvl3pPr>
            <a:lvl4pPr lvl="3" algn="r">
              <a:buNone/>
              <a:defRPr sz="600">
                <a:solidFill>
                  <a:schemeClr val="lt1"/>
                </a:solidFill>
                <a:latin typeface="Inter"/>
                <a:ea typeface="Inter"/>
                <a:cs typeface="Inter"/>
                <a:sym typeface="Inter"/>
              </a:defRPr>
            </a:lvl4pPr>
            <a:lvl5pPr lvl="4" algn="r">
              <a:buNone/>
              <a:defRPr sz="600">
                <a:solidFill>
                  <a:schemeClr val="lt1"/>
                </a:solidFill>
                <a:latin typeface="Inter"/>
                <a:ea typeface="Inter"/>
                <a:cs typeface="Inter"/>
                <a:sym typeface="Inter"/>
              </a:defRPr>
            </a:lvl5pPr>
            <a:lvl6pPr lvl="5" algn="r">
              <a:buNone/>
              <a:defRPr sz="600">
                <a:solidFill>
                  <a:schemeClr val="lt1"/>
                </a:solidFill>
                <a:latin typeface="Inter"/>
                <a:ea typeface="Inter"/>
                <a:cs typeface="Inter"/>
                <a:sym typeface="Inter"/>
              </a:defRPr>
            </a:lvl6pPr>
            <a:lvl7pPr lvl="6" algn="r">
              <a:buNone/>
              <a:defRPr sz="600">
                <a:solidFill>
                  <a:schemeClr val="lt1"/>
                </a:solidFill>
                <a:latin typeface="Inter"/>
                <a:ea typeface="Inter"/>
                <a:cs typeface="Inter"/>
                <a:sym typeface="Inter"/>
              </a:defRPr>
            </a:lvl7pPr>
            <a:lvl8pPr lvl="7" algn="r">
              <a:buNone/>
              <a:defRPr sz="600">
                <a:solidFill>
                  <a:schemeClr val="lt1"/>
                </a:solidFill>
                <a:latin typeface="Inter"/>
                <a:ea typeface="Inter"/>
                <a:cs typeface="Inter"/>
                <a:sym typeface="Inter"/>
              </a:defRPr>
            </a:lvl8pPr>
            <a:lvl9pPr lvl="8" algn="r">
              <a:buNone/>
              <a:defRPr sz="600">
                <a:solidFill>
                  <a:schemeClr val="lt1"/>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
              <a:t>‹#›</a:t>
            </a:fld>
            <a:endParaRPr/>
          </a:p>
        </p:txBody>
      </p:sp>
      <p:sp>
        <p:nvSpPr>
          <p:cNvPr id="54" name="Google Shape;54;p13"/>
          <p:cNvSpPr txBox="1"/>
          <p:nvPr>
            <p:ph idx="2" type="title"/>
          </p:nvPr>
        </p:nvSpPr>
        <p:spPr>
          <a:xfrm>
            <a:off x="288625" y="4778975"/>
            <a:ext cx="42273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5" name="Google Shape;55;p13"/>
          <p:cNvSpPr txBox="1"/>
          <p:nvPr>
            <p:ph idx="3" type="title"/>
          </p:nvPr>
        </p:nvSpPr>
        <p:spPr>
          <a:xfrm>
            <a:off x="462975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6" name="Google Shape;56;p13"/>
          <p:cNvSpPr txBox="1"/>
          <p:nvPr>
            <p:ph idx="4" type="title"/>
          </p:nvPr>
        </p:nvSpPr>
        <p:spPr>
          <a:xfrm>
            <a:off x="6086100" y="4778975"/>
            <a:ext cx="1328400" cy="76200"/>
          </a:xfrm>
          <a:prstGeom prst="rect">
            <a:avLst/>
          </a:prstGeom>
          <a:noFill/>
          <a:ln>
            <a:noFill/>
          </a:ln>
        </p:spPr>
        <p:txBody>
          <a:bodyPr anchorCtr="0" anchor="ctr" bIns="0" lIns="0" spcFirstLastPara="1" rIns="0" wrap="square" tIns="0">
            <a:noAutofit/>
          </a:bodyPr>
          <a:lstStyle>
            <a:lvl1pPr lvl="0">
              <a:spcBef>
                <a:spcPts val="0"/>
              </a:spcBef>
              <a:spcAft>
                <a:spcPts val="0"/>
              </a:spcAft>
              <a:buClr>
                <a:schemeClr val="lt1"/>
              </a:buClr>
              <a:buSzPts val="600"/>
              <a:buFont typeface="Inter"/>
              <a:buNone/>
              <a:defRPr sz="600">
                <a:solidFill>
                  <a:schemeClr val="lt1"/>
                </a:solidFill>
                <a:latin typeface="Inter"/>
                <a:ea typeface="Inter"/>
                <a:cs typeface="Inter"/>
                <a:sym typeface="Inter"/>
              </a:defRPr>
            </a:lvl1pPr>
            <a:lvl2pPr lvl="1">
              <a:spcBef>
                <a:spcPts val="0"/>
              </a:spcBef>
              <a:spcAft>
                <a:spcPts val="0"/>
              </a:spcAft>
              <a:buClr>
                <a:schemeClr val="lt1"/>
              </a:buClr>
              <a:buSzPts val="1400"/>
              <a:buFont typeface="Inter"/>
              <a:buNone/>
              <a:defRPr>
                <a:solidFill>
                  <a:schemeClr val="lt1"/>
                </a:solidFill>
                <a:latin typeface="Inter"/>
                <a:ea typeface="Inter"/>
                <a:cs typeface="Inter"/>
                <a:sym typeface="Inter"/>
              </a:defRPr>
            </a:lvl2pPr>
            <a:lvl3pPr lvl="2">
              <a:spcBef>
                <a:spcPts val="0"/>
              </a:spcBef>
              <a:spcAft>
                <a:spcPts val="0"/>
              </a:spcAft>
              <a:buClr>
                <a:schemeClr val="lt1"/>
              </a:buClr>
              <a:buSzPts val="1400"/>
              <a:buFont typeface="Inter"/>
              <a:buNone/>
              <a:defRPr>
                <a:solidFill>
                  <a:schemeClr val="lt1"/>
                </a:solidFill>
                <a:latin typeface="Inter"/>
                <a:ea typeface="Inter"/>
                <a:cs typeface="Inter"/>
                <a:sym typeface="Inter"/>
              </a:defRPr>
            </a:lvl3pPr>
            <a:lvl4pPr lvl="3">
              <a:spcBef>
                <a:spcPts val="0"/>
              </a:spcBef>
              <a:spcAft>
                <a:spcPts val="0"/>
              </a:spcAft>
              <a:buClr>
                <a:schemeClr val="lt1"/>
              </a:buClr>
              <a:buSzPts val="1400"/>
              <a:buFont typeface="Inter"/>
              <a:buNone/>
              <a:defRPr>
                <a:solidFill>
                  <a:schemeClr val="lt1"/>
                </a:solidFill>
                <a:latin typeface="Inter"/>
                <a:ea typeface="Inter"/>
                <a:cs typeface="Inter"/>
                <a:sym typeface="Inter"/>
              </a:defRPr>
            </a:lvl4pPr>
            <a:lvl5pPr lvl="4">
              <a:spcBef>
                <a:spcPts val="0"/>
              </a:spcBef>
              <a:spcAft>
                <a:spcPts val="0"/>
              </a:spcAft>
              <a:buClr>
                <a:schemeClr val="lt1"/>
              </a:buClr>
              <a:buSzPts val="1400"/>
              <a:buFont typeface="Inter"/>
              <a:buNone/>
              <a:defRPr>
                <a:solidFill>
                  <a:schemeClr val="lt1"/>
                </a:solidFill>
                <a:latin typeface="Inter"/>
                <a:ea typeface="Inter"/>
                <a:cs typeface="Inter"/>
                <a:sym typeface="Inter"/>
              </a:defRPr>
            </a:lvl5pPr>
            <a:lvl6pPr lvl="5">
              <a:spcBef>
                <a:spcPts val="0"/>
              </a:spcBef>
              <a:spcAft>
                <a:spcPts val="0"/>
              </a:spcAft>
              <a:buClr>
                <a:schemeClr val="lt1"/>
              </a:buClr>
              <a:buSzPts val="1400"/>
              <a:buFont typeface="Inter"/>
              <a:buNone/>
              <a:defRPr>
                <a:solidFill>
                  <a:schemeClr val="lt1"/>
                </a:solidFill>
                <a:latin typeface="Inter"/>
                <a:ea typeface="Inter"/>
                <a:cs typeface="Inter"/>
                <a:sym typeface="Inter"/>
              </a:defRPr>
            </a:lvl6pPr>
            <a:lvl7pPr lvl="6">
              <a:spcBef>
                <a:spcPts val="0"/>
              </a:spcBef>
              <a:spcAft>
                <a:spcPts val="0"/>
              </a:spcAft>
              <a:buClr>
                <a:schemeClr val="lt1"/>
              </a:buClr>
              <a:buSzPts val="1400"/>
              <a:buFont typeface="Inter"/>
              <a:buNone/>
              <a:defRPr>
                <a:solidFill>
                  <a:schemeClr val="lt1"/>
                </a:solidFill>
                <a:latin typeface="Inter"/>
                <a:ea typeface="Inter"/>
                <a:cs typeface="Inter"/>
                <a:sym typeface="Inter"/>
              </a:defRPr>
            </a:lvl7pPr>
            <a:lvl8pPr lvl="7">
              <a:spcBef>
                <a:spcPts val="0"/>
              </a:spcBef>
              <a:spcAft>
                <a:spcPts val="0"/>
              </a:spcAft>
              <a:buClr>
                <a:schemeClr val="lt1"/>
              </a:buClr>
              <a:buSzPts val="1400"/>
              <a:buFont typeface="Inter"/>
              <a:buNone/>
              <a:defRPr>
                <a:solidFill>
                  <a:schemeClr val="lt1"/>
                </a:solidFill>
                <a:latin typeface="Inter"/>
                <a:ea typeface="Inter"/>
                <a:cs typeface="Inter"/>
                <a:sym typeface="Inter"/>
              </a:defRPr>
            </a:lvl8pPr>
            <a:lvl9pPr lvl="8">
              <a:spcBef>
                <a:spcPts val="0"/>
              </a:spcBef>
              <a:spcAft>
                <a:spcPts val="0"/>
              </a:spcAft>
              <a:buClr>
                <a:schemeClr val="lt1"/>
              </a:buClr>
              <a:buSzPts val="1400"/>
              <a:buFont typeface="Inter"/>
              <a:buNone/>
              <a:defRPr>
                <a:solidFill>
                  <a:schemeClr val="lt1"/>
                </a:solidFill>
                <a:latin typeface="Inter"/>
                <a:ea typeface="Inter"/>
                <a:cs typeface="Inter"/>
                <a:sym typeface="Inter"/>
              </a:defRPr>
            </a:lvl9pPr>
          </a:lstStyle>
          <a:p/>
        </p:txBody>
      </p:sp>
      <p:sp>
        <p:nvSpPr>
          <p:cNvPr id="57" name="Google Shape;57;p13"/>
          <p:cNvSpPr txBox="1"/>
          <p:nvPr>
            <p:ph idx="5" type="body"/>
          </p:nvPr>
        </p:nvSpPr>
        <p:spPr>
          <a:xfrm>
            <a:off x="4239825" y="1398125"/>
            <a:ext cx="3648900" cy="2279100"/>
          </a:xfrm>
          <a:prstGeom prst="rect">
            <a:avLst/>
          </a:prstGeom>
          <a:noFill/>
          <a:ln>
            <a:noFill/>
          </a:ln>
        </p:spPr>
        <p:txBody>
          <a:bodyPr anchorCtr="0" anchor="t" bIns="91425" lIns="91425" spcFirstLastPara="1" rIns="91425" wrap="square" tIns="91425">
            <a:noAutofit/>
          </a:bodyPr>
          <a:lstStyle>
            <a:lvl1pPr indent="-304800" lvl="0" marL="457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1pPr>
            <a:lvl2pPr indent="-304800" lvl="1" marL="914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2pPr>
            <a:lvl3pPr indent="-304800" lvl="2" marL="1371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3pPr>
            <a:lvl4pPr indent="-304800" lvl="3" marL="1828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4pPr>
            <a:lvl5pPr indent="-304800" lvl="4" marL="22860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5pPr>
            <a:lvl6pPr indent="-304800" lvl="5" marL="27432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6pPr>
            <a:lvl7pPr indent="-304800" lvl="6" marL="32004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7pPr>
            <a:lvl8pPr indent="-304800" lvl="7" marL="36576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8pPr>
            <a:lvl9pPr indent="-304800" lvl="8" marL="4114800">
              <a:spcBef>
                <a:spcPts val="0"/>
              </a:spcBef>
              <a:spcAft>
                <a:spcPts val="0"/>
              </a:spcAft>
              <a:buClr>
                <a:schemeClr val="lt1"/>
              </a:buClr>
              <a:buSzPts val="1200"/>
              <a:buFont typeface="Inter"/>
              <a:buChar char="■"/>
              <a:defRPr sz="1200">
                <a:solidFill>
                  <a:schemeClr val="lt1"/>
                </a:solidFill>
                <a:latin typeface="Inter"/>
                <a:ea typeface="Inter"/>
                <a:cs typeface="Inter"/>
                <a:sym typeface="Inter"/>
              </a:defRPr>
            </a:lvl9pPr>
          </a:lstStyle>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5579">
          <p15:clr>
            <a:srgbClr val="E46962"/>
          </p15:clr>
        </p15:guide>
        <p15:guide id="2" pos="179">
          <p15:clr>
            <a:srgbClr val="E46962"/>
          </p15:clr>
        </p15:guide>
        <p15:guide id="3" orient="horz" pos="180">
          <p15:clr>
            <a:srgbClr val="E46962"/>
          </p15:clr>
        </p15:guide>
        <p15:guide id="4" orient="horz" pos="3060">
          <p15:clr>
            <a:srgbClr val="E46962"/>
          </p15:clr>
        </p15:guide>
        <p15:guide id="5" pos="2842">
          <p15:clr>
            <a:srgbClr val="E46962"/>
          </p15:clr>
        </p15:guide>
        <p15:guide id="6" pos="2916">
          <p15:clr>
            <a:srgbClr val="E46962"/>
          </p15:clr>
        </p15:guide>
        <p15:guide id="7" pos="1474">
          <p15:clr>
            <a:srgbClr val="E46962"/>
          </p15:clr>
        </p15:guide>
        <p15:guide id="8" pos="1548">
          <p15:clr>
            <a:srgbClr val="E46962"/>
          </p15:clr>
        </p15:guide>
        <p15:guide id="9" pos="4211">
          <p15:clr>
            <a:srgbClr val="E46962"/>
          </p15:clr>
        </p15:guide>
        <p15:guide id="10" pos="4285">
          <p15:clr>
            <a:srgbClr val="E46962"/>
          </p15:clr>
        </p15:guide>
        <p15:guide id="11" pos="3753">
          <p15:clr>
            <a:srgbClr val="E46962"/>
          </p15:clr>
        </p15:guide>
        <p15:guide id="12" pos="3834">
          <p15:clr>
            <a:srgbClr val="E46962"/>
          </p15:clr>
        </p15:guide>
        <p15:guide id="13" pos="1926">
          <p15:clr>
            <a:srgbClr val="E46962"/>
          </p15:clr>
        </p15:guide>
        <p15:guide id="14" pos="2007">
          <p15:clr>
            <a:srgbClr val="E46962"/>
          </p15:clr>
        </p15:guide>
        <p15:guide id="15" orient="horz" pos="299">
          <p15:clr>
            <a:srgbClr val="E46962"/>
          </p15:clr>
        </p15:guide>
        <p15:guide id="16" orient="horz" pos="2950">
          <p15:clr>
            <a:srgbClr val="E46962"/>
          </p15:clr>
        </p15:guide>
        <p15:guide id="17" orient="horz" pos="907">
          <p15:clr>
            <a:srgbClr val="E46962"/>
          </p15:clr>
        </p15:guide>
        <p15:guide id="18" orient="horz" pos="980">
          <p15:clr>
            <a:srgbClr val="E46962"/>
          </p15:clr>
        </p15:guide>
        <p15:guide id="19" orient="horz" pos="1588">
          <p15:clr>
            <a:srgbClr val="E46962"/>
          </p15:clr>
        </p15:guide>
        <p15:guide id="20" orient="horz" pos="1661">
          <p15:clr>
            <a:srgbClr val="E46962"/>
          </p15:clr>
        </p15:guide>
        <p15:guide id="21" orient="horz" pos="2269">
          <p15:clr>
            <a:srgbClr val="E46962"/>
          </p15:clr>
        </p15:guide>
        <p15:guide id="22" orient="horz" pos="2341">
          <p15:clr>
            <a:srgbClr val="E46962"/>
          </p15:clr>
        </p15:guide>
        <p15:guide id="23" orient="horz" pos="3012">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3.xml"/><Relationship Id="rId3" Type="http://schemas.openxmlformats.org/officeDocument/2006/relationships/image" Target="../media/image15.png"/><Relationship Id="rId4" Type="http://schemas.openxmlformats.org/officeDocument/2006/relationships/image" Target="../media/image5.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4.xml"/><Relationship Id="rId3" Type="http://schemas.openxmlformats.org/officeDocument/2006/relationships/image" Target="../media/image13.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2.xml"/><Relationship Id="rId3" Type="http://schemas.openxmlformats.org/officeDocument/2006/relationships/image" Target="../media/image4.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4.xml"/><Relationship Id="rId3"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7.xml"/><Relationship Id="rId3" Type="http://schemas.openxmlformats.org/officeDocument/2006/relationships/hyperlink" Target="https://github.com/mjlt42/ECE-3310-Project"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18.xml"/><Relationship Id="rId3" Type="http://schemas.openxmlformats.org/officeDocument/2006/relationships/hyperlink" Target="https://www.geeksforgeeks.org/dsa/heap-data-structure/" TargetMode="External"/><Relationship Id="rId4" Type="http://schemas.openxmlformats.org/officeDocument/2006/relationships/hyperlink" Target="https://stackoverflow.com/questions/28311230/precision-time-sleep-using-chrono" TargetMode="External"/><Relationship Id="rId9" Type="http://schemas.openxmlformats.org/officeDocument/2006/relationships/hyperlink" Target="https://www.youtube.com/watch?v=RBSGKlAvoiM" TargetMode="External"/><Relationship Id="rId5" Type="http://schemas.openxmlformats.org/officeDocument/2006/relationships/hyperlink" Target="https://www.geeksforgeeks.org/cpp/unordered_map-in-cpp-stl/" TargetMode="External"/><Relationship Id="rId6" Type="http://schemas.openxmlformats.org/officeDocument/2006/relationships/hyperlink" Target="https://www.geeksforgeeks.org/python/hash-map-in-python/" TargetMode="External"/><Relationship Id="rId7" Type="http://schemas.openxmlformats.org/officeDocument/2006/relationships/hyperlink" Target="https://en.cppreference.com/cpp/chrono" TargetMode="External"/><Relationship Id="rId8" Type="http://schemas.openxmlformats.org/officeDocument/2006/relationships/hyperlink" Target="https://en.cppreference.com/cpp/container/priority_queue" TargetMode="External"/><Relationship Id="rId11" Type="http://schemas.openxmlformats.org/officeDocument/2006/relationships/hyperlink" Target="https://youtu.be/QYaQStudgnE?si=3Cvsn64F8I2G9iSb" TargetMode="External"/><Relationship Id="rId10" Type="http://schemas.openxmlformats.org/officeDocument/2006/relationships/hyperlink" Target="https://dzone.com/articles/getting-the-most-out-of-the-java-thread-poo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cxnSp>
        <p:nvCxnSpPr>
          <p:cNvPr id="406" name="Google Shape;406;p59"/>
          <p:cNvCxnSpPr/>
          <p:nvPr/>
        </p:nvCxnSpPr>
        <p:spPr>
          <a:xfrm>
            <a:off x="283850" y="1467534"/>
            <a:ext cx="8573100" cy="0"/>
          </a:xfrm>
          <a:prstGeom prst="straightConnector1">
            <a:avLst/>
          </a:prstGeom>
          <a:noFill/>
          <a:ln cap="flat" cmpd="sng" w="9525">
            <a:solidFill>
              <a:schemeClr val="lt1"/>
            </a:solidFill>
            <a:prstDash val="solid"/>
            <a:round/>
            <a:headEnd len="med" w="med" type="none"/>
            <a:tailEnd len="med" w="med" type="none"/>
          </a:ln>
        </p:spPr>
      </p:cxnSp>
      <p:cxnSp>
        <p:nvCxnSpPr>
          <p:cNvPr id="407" name="Google Shape;407;p59"/>
          <p:cNvCxnSpPr/>
          <p:nvPr/>
        </p:nvCxnSpPr>
        <p:spPr>
          <a:xfrm>
            <a:off x="283850" y="829634"/>
            <a:ext cx="8573100" cy="0"/>
          </a:xfrm>
          <a:prstGeom prst="straightConnector1">
            <a:avLst/>
          </a:prstGeom>
          <a:noFill/>
          <a:ln cap="flat" cmpd="sng" w="9525">
            <a:solidFill>
              <a:schemeClr val="lt1"/>
            </a:solidFill>
            <a:prstDash val="solid"/>
            <a:round/>
            <a:headEnd len="med" w="med" type="none"/>
            <a:tailEnd len="med" w="med" type="none"/>
          </a:ln>
        </p:spPr>
      </p:cxnSp>
      <p:sp>
        <p:nvSpPr>
          <p:cNvPr id="408" name="Google Shape;408;p59"/>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09" name="Google Shape;409;p59"/>
          <p:cNvSpPr txBox="1"/>
          <p:nvPr>
            <p:ph type="title"/>
          </p:nvPr>
        </p:nvSpPr>
        <p:spPr>
          <a:xfrm>
            <a:off x="283850" y="224410"/>
            <a:ext cx="6683700" cy="12369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ECE 3310 Project</a:t>
            </a:r>
            <a:endParaRPr/>
          </a:p>
          <a:p>
            <a:pPr indent="0" lvl="0" marL="0" rtl="0" algn="l">
              <a:spcBef>
                <a:spcPts val="0"/>
              </a:spcBef>
              <a:spcAft>
                <a:spcPts val="0"/>
              </a:spcAft>
              <a:buNone/>
            </a:pPr>
            <a:r>
              <a:rPr lang="en"/>
              <a:t>Restaurant Ordering System</a:t>
            </a:r>
            <a:endParaRPr/>
          </a:p>
        </p:txBody>
      </p:sp>
      <p:sp>
        <p:nvSpPr>
          <p:cNvPr id="410" name="Google Shape;410;p59"/>
          <p:cNvSpPr txBox="1"/>
          <p:nvPr>
            <p:ph idx="3" type="title"/>
          </p:nvPr>
        </p:nvSpPr>
        <p:spPr>
          <a:xfrm>
            <a:off x="6086100" y="47789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Date: 5/6/2026</a:t>
            </a:r>
            <a:endParaRPr/>
          </a:p>
        </p:txBody>
      </p:sp>
      <p:cxnSp>
        <p:nvCxnSpPr>
          <p:cNvPr id="411" name="Google Shape;411;p59"/>
          <p:cNvCxnSpPr/>
          <p:nvPr/>
        </p:nvCxnSpPr>
        <p:spPr>
          <a:xfrm>
            <a:off x="283850" y="4683734"/>
            <a:ext cx="8573100" cy="0"/>
          </a:xfrm>
          <a:prstGeom prst="straightConnector1">
            <a:avLst/>
          </a:prstGeom>
          <a:noFill/>
          <a:ln cap="flat" cmpd="sng" w="9525">
            <a:solidFill>
              <a:schemeClr val="lt1"/>
            </a:solidFill>
            <a:prstDash val="solid"/>
            <a:round/>
            <a:headEnd len="med" w="med" type="none"/>
            <a:tailEnd len="med" w="med" type="none"/>
          </a:ln>
        </p:spPr>
      </p:cxnSp>
      <p:sp>
        <p:nvSpPr>
          <p:cNvPr id="412" name="Google Shape;412;p59"/>
          <p:cNvSpPr txBox="1"/>
          <p:nvPr/>
        </p:nvSpPr>
        <p:spPr>
          <a:xfrm>
            <a:off x="260025" y="4310625"/>
            <a:ext cx="4972800" cy="316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lt1"/>
              </a:buClr>
              <a:buSzPts val="1100"/>
              <a:buFont typeface="Arial"/>
              <a:buNone/>
            </a:pPr>
            <a:r>
              <a:rPr lang="en" sz="1200">
                <a:solidFill>
                  <a:schemeClr val="lt1"/>
                </a:solidFill>
              </a:rPr>
              <a:t>Osvaldo Perez, Frederick Kamdon, Matthew Lopez Tarsky</a:t>
            </a:r>
            <a:endParaRPr sz="1200">
              <a:solidFill>
                <a:schemeClr val="lt1"/>
              </a:solidFill>
            </a:endParaRPr>
          </a:p>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60"/>
          <p:cNvSpPr txBox="1"/>
          <p:nvPr>
            <p:ph type="title"/>
          </p:nvPr>
        </p:nvSpPr>
        <p:spPr>
          <a:xfrm>
            <a:off x="283850" y="285900"/>
            <a:ext cx="84354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Program Functionality</a:t>
            </a:r>
            <a:endParaRPr/>
          </a:p>
        </p:txBody>
      </p:sp>
      <p:sp>
        <p:nvSpPr>
          <p:cNvPr id="418" name="Google Shape;418;p60"/>
          <p:cNvSpPr txBox="1"/>
          <p:nvPr>
            <p:ph idx="1" type="body"/>
          </p:nvPr>
        </p:nvSpPr>
        <p:spPr>
          <a:xfrm>
            <a:off x="283850" y="906325"/>
            <a:ext cx="3748800" cy="3702300"/>
          </a:xfrm>
          <a:prstGeom prst="rect">
            <a:avLst/>
          </a:prstGeom>
        </p:spPr>
        <p:txBody>
          <a:bodyPr anchorCtr="0" anchor="t" bIns="0" lIns="0" spcFirstLastPara="1" rIns="0" wrap="square" tIns="0">
            <a:noAutofit/>
          </a:bodyPr>
          <a:lstStyle/>
          <a:p>
            <a:pPr indent="-342900" lvl="0" marL="457200" rtl="0" algn="l">
              <a:spcBef>
                <a:spcPts val="0"/>
              </a:spcBef>
              <a:spcAft>
                <a:spcPts val="0"/>
              </a:spcAft>
              <a:buSzPts val="1800"/>
              <a:buChar char="●"/>
            </a:pPr>
            <a:r>
              <a:rPr baseline="30000" lang="en" sz="1800"/>
              <a:t>A console-based program that simulates a Live Restaurant Ordering System which uses </a:t>
            </a:r>
            <a:r>
              <a:rPr b="1" baseline="30000" lang="en" sz="1800"/>
              <a:t>hashmaps</a:t>
            </a:r>
            <a:r>
              <a:rPr baseline="30000" lang="en" sz="1800"/>
              <a:t> and a </a:t>
            </a:r>
            <a:r>
              <a:rPr b="1" baseline="30000" lang="en" sz="1800"/>
              <a:t>priority queue</a:t>
            </a:r>
            <a:r>
              <a:rPr baseline="30000" lang="en" sz="1800"/>
              <a:t>. This allows for menu items to be </a:t>
            </a:r>
            <a:r>
              <a:rPr b="1" baseline="30000" lang="en" sz="1800"/>
              <a:t>stored</a:t>
            </a:r>
            <a:r>
              <a:rPr baseline="30000" lang="en" sz="1800"/>
              <a:t> </a:t>
            </a:r>
            <a:r>
              <a:rPr b="1" baseline="30000" lang="en" sz="1800"/>
              <a:t>with a priority value and a priority accumulation rate.</a:t>
            </a:r>
            <a:r>
              <a:rPr baseline="30000" lang="en" sz="1800"/>
              <a:t> These priority values/rates are used to </a:t>
            </a:r>
            <a:r>
              <a:rPr b="1" baseline="30000" lang="en" sz="1800"/>
              <a:t>calculate the </a:t>
            </a:r>
            <a:r>
              <a:rPr b="1" baseline="30000" lang="en" sz="1800"/>
              <a:t>initial</a:t>
            </a:r>
            <a:r>
              <a:rPr b="1" baseline="30000" lang="en" sz="1800"/>
              <a:t> priority value of each order</a:t>
            </a:r>
            <a:r>
              <a:rPr baseline="30000" lang="en" sz="1800"/>
              <a:t> and </a:t>
            </a:r>
            <a:r>
              <a:rPr b="1" baseline="30000" lang="en" sz="1800"/>
              <a:t>continue updating the priority value</a:t>
            </a:r>
            <a:r>
              <a:rPr baseline="30000" lang="en" sz="1800"/>
              <a:t> and queue of orders in accordance to each item’s priority rate.</a:t>
            </a:r>
            <a:endParaRPr baseline="30000" sz="1800"/>
          </a:p>
          <a:p>
            <a:pPr indent="-342900" lvl="0" marL="457200" rtl="0" algn="l">
              <a:spcBef>
                <a:spcPts val="0"/>
              </a:spcBef>
              <a:spcAft>
                <a:spcPts val="0"/>
              </a:spcAft>
              <a:buSzPts val="1800"/>
              <a:buChar char="●"/>
            </a:pPr>
            <a:r>
              <a:rPr baseline="30000" lang="en" sz="1800"/>
              <a:t>Alongside other data structures and through the usage of </a:t>
            </a:r>
            <a:r>
              <a:rPr b="1" baseline="30000" lang="en" sz="1800"/>
              <a:t>hashmaps</a:t>
            </a:r>
            <a:r>
              <a:rPr baseline="30000" lang="en" sz="1800"/>
              <a:t> and a </a:t>
            </a:r>
            <a:r>
              <a:rPr b="1" baseline="30000" lang="en" sz="1800"/>
              <a:t>priority queue</a:t>
            </a:r>
            <a:r>
              <a:rPr baseline="30000" lang="en" sz="1800"/>
              <a:t> this C++ program demonstrates dynamic queue management based on a priority value.</a:t>
            </a:r>
            <a:endParaRPr baseline="30000" sz="1800"/>
          </a:p>
        </p:txBody>
      </p:sp>
      <p:pic>
        <p:nvPicPr>
          <p:cNvPr id="419" name="Google Shape;419;p60"/>
          <p:cNvPicPr preferRelativeResize="0"/>
          <p:nvPr/>
        </p:nvPicPr>
        <p:blipFill>
          <a:blip r:embed="rId3">
            <a:alphaModFix/>
          </a:blip>
          <a:stretch>
            <a:fillRect/>
          </a:stretch>
        </p:blipFill>
        <p:spPr>
          <a:xfrm>
            <a:off x="4773225" y="1498038"/>
            <a:ext cx="4057650" cy="227647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3" name="Shape 423"/>
        <p:cNvGrpSpPr/>
        <p:nvPr/>
      </p:nvGrpSpPr>
      <p:grpSpPr>
        <a:xfrm>
          <a:off x="0" y="0"/>
          <a:ext cx="0" cy="0"/>
          <a:chOff x="0" y="0"/>
          <a:chExt cx="0" cy="0"/>
        </a:xfrm>
      </p:grpSpPr>
      <p:sp>
        <p:nvSpPr>
          <p:cNvPr id="424" name="Google Shape;424;p61"/>
          <p:cNvSpPr txBox="1"/>
          <p:nvPr>
            <p:ph type="title"/>
          </p:nvPr>
        </p:nvSpPr>
        <p:spPr>
          <a:xfrm>
            <a:off x="283850" y="285900"/>
            <a:ext cx="42276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Interface</a:t>
            </a:r>
            <a:endParaRPr/>
          </a:p>
        </p:txBody>
      </p:sp>
      <p:sp>
        <p:nvSpPr>
          <p:cNvPr id="425" name="Google Shape;425;p61"/>
          <p:cNvSpPr txBox="1"/>
          <p:nvPr>
            <p:ph idx="1" type="body"/>
          </p:nvPr>
        </p:nvSpPr>
        <p:spPr>
          <a:xfrm>
            <a:off x="284850" y="1317175"/>
            <a:ext cx="3167700" cy="3366600"/>
          </a:xfrm>
          <a:prstGeom prst="rect">
            <a:avLst/>
          </a:prstGeom>
        </p:spPr>
        <p:txBody>
          <a:bodyPr anchorCtr="0" anchor="t" bIns="0" lIns="0" spcFirstLastPara="1" rIns="0" wrap="square" tIns="0">
            <a:noAutofit/>
          </a:bodyPr>
          <a:lstStyle/>
          <a:p>
            <a:pPr indent="-190500" lvl="0" marL="171450" rtl="0" algn="l">
              <a:spcBef>
                <a:spcPts val="0"/>
              </a:spcBef>
              <a:spcAft>
                <a:spcPts val="0"/>
              </a:spcAft>
              <a:buSzPts val="1200"/>
              <a:buChar char="●"/>
            </a:pPr>
            <a:r>
              <a:rPr lang="en" sz="1200" u="sng"/>
              <a:t>Run Simulation</a:t>
            </a:r>
            <a:endParaRPr sz="1200"/>
          </a:p>
          <a:p>
            <a:pPr indent="-190500" lvl="1" marL="400050" rtl="0" algn="l">
              <a:spcBef>
                <a:spcPts val="0"/>
              </a:spcBef>
              <a:spcAft>
                <a:spcPts val="0"/>
              </a:spcAft>
              <a:buSzPts val="1200"/>
              <a:buChar char="○"/>
            </a:pPr>
            <a:r>
              <a:rPr lang="en" sz="1200"/>
              <a:t>Simulates the Restaurant Ordering System </a:t>
            </a:r>
            <a:endParaRPr sz="1200"/>
          </a:p>
          <a:p>
            <a:pPr indent="-190500" lvl="1" marL="400050" rtl="0" algn="l">
              <a:spcBef>
                <a:spcPts val="0"/>
              </a:spcBef>
              <a:spcAft>
                <a:spcPts val="0"/>
              </a:spcAft>
              <a:buSzPts val="1200"/>
              <a:buChar char="○"/>
            </a:pPr>
            <a:r>
              <a:rPr lang="en" sz="1200"/>
              <a:t>Displays the menu of items stored within the hashmap</a:t>
            </a:r>
            <a:endParaRPr sz="1200"/>
          </a:p>
          <a:p>
            <a:pPr indent="-190500" lvl="1" marL="400050" rtl="0" algn="l">
              <a:spcBef>
                <a:spcPts val="0"/>
              </a:spcBef>
              <a:spcAft>
                <a:spcPts val="0"/>
              </a:spcAft>
              <a:buSzPts val="1200"/>
              <a:buChar char="○"/>
            </a:pPr>
            <a:r>
              <a:rPr lang="en" sz="1200"/>
              <a:t>Initializes 10 random orders by random customers</a:t>
            </a:r>
            <a:endParaRPr sz="1200"/>
          </a:p>
          <a:p>
            <a:pPr indent="-190500" lvl="2" marL="628650" rtl="0" algn="l">
              <a:spcBef>
                <a:spcPts val="0"/>
              </a:spcBef>
              <a:spcAft>
                <a:spcPts val="0"/>
              </a:spcAft>
              <a:buSzPts val="1200"/>
              <a:buChar char="■"/>
            </a:pPr>
            <a:r>
              <a:rPr lang="en" sz="1200"/>
              <a:t>Each order is classified by its priority value, tick placement, and if it is a drive-through order or not</a:t>
            </a:r>
            <a:endParaRPr sz="1200"/>
          </a:p>
          <a:p>
            <a:pPr indent="-190500" lvl="1" marL="400050" rtl="0" algn="l">
              <a:spcBef>
                <a:spcPts val="0"/>
              </a:spcBef>
              <a:spcAft>
                <a:spcPts val="0"/>
              </a:spcAft>
              <a:buSzPts val="1200"/>
              <a:buChar char="○"/>
            </a:pPr>
            <a:r>
              <a:rPr lang="en" sz="1200"/>
              <a:t>Each order is then processed and the queue of orders is updated with new priority values as time passes.</a:t>
            </a:r>
            <a:endParaRPr sz="1200"/>
          </a:p>
        </p:txBody>
      </p:sp>
      <p:pic>
        <p:nvPicPr>
          <p:cNvPr id="426" name="Google Shape;426;p61"/>
          <p:cNvPicPr preferRelativeResize="0"/>
          <p:nvPr/>
        </p:nvPicPr>
        <p:blipFill>
          <a:blip r:embed="rId3">
            <a:alphaModFix/>
          </a:blip>
          <a:stretch>
            <a:fillRect/>
          </a:stretch>
        </p:blipFill>
        <p:spPr>
          <a:xfrm>
            <a:off x="3847820" y="965244"/>
            <a:ext cx="4476562" cy="1283975"/>
          </a:xfrm>
          <a:prstGeom prst="rect">
            <a:avLst/>
          </a:prstGeom>
          <a:noFill/>
          <a:ln>
            <a:noFill/>
          </a:ln>
        </p:spPr>
      </p:pic>
      <p:pic>
        <p:nvPicPr>
          <p:cNvPr id="427" name="Google Shape;427;p61"/>
          <p:cNvPicPr preferRelativeResize="0"/>
          <p:nvPr/>
        </p:nvPicPr>
        <p:blipFill>
          <a:blip r:embed="rId4">
            <a:alphaModFix/>
          </a:blip>
          <a:stretch>
            <a:fillRect/>
          </a:stretch>
        </p:blipFill>
        <p:spPr>
          <a:xfrm>
            <a:off x="3578451" y="2457564"/>
            <a:ext cx="2385026" cy="1630311"/>
          </a:xfrm>
          <a:prstGeom prst="rect">
            <a:avLst/>
          </a:prstGeom>
          <a:noFill/>
          <a:ln>
            <a:noFill/>
          </a:ln>
        </p:spPr>
      </p:pic>
      <p:pic>
        <p:nvPicPr>
          <p:cNvPr id="428" name="Google Shape;428;p61"/>
          <p:cNvPicPr preferRelativeResize="0"/>
          <p:nvPr/>
        </p:nvPicPr>
        <p:blipFill>
          <a:blip r:embed="rId5">
            <a:alphaModFix/>
          </a:blip>
          <a:stretch>
            <a:fillRect/>
          </a:stretch>
        </p:blipFill>
        <p:spPr>
          <a:xfrm>
            <a:off x="6181925" y="2503800"/>
            <a:ext cx="2852100" cy="15378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2" name="Shape 432"/>
        <p:cNvGrpSpPr/>
        <p:nvPr/>
      </p:nvGrpSpPr>
      <p:grpSpPr>
        <a:xfrm>
          <a:off x="0" y="0"/>
          <a:ext cx="0" cy="0"/>
          <a:chOff x="0" y="0"/>
          <a:chExt cx="0" cy="0"/>
        </a:xfrm>
      </p:grpSpPr>
      <p:sp>
        <p:nvSpPr>
          <p:cNvPr id="433" name="Google Shape;433;p62"/>
          <p:cNvSpPr txBox="1"/>
          <p:nvPr>
            <p:ph type="title"/>
          </p:nvPr>
        </p:nvSpPr>
        <p:spPr>
          <a:xfrm>
            <a:off x="283850" y="285900"/>
            <a:ext cx="42276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Interface</a:t>
            </a:r>
            <a:endParaRPr/>
          </a:p>
        </p:txBody>
      </p:sp>
      <p:sp>
        <p:nvSpPr>
          <p:cNvPr id="434" name="Google Shape;434;p62"/>
          <p:cNvSpPr txBox="1"/>
          <p:nvPr>
            <p:ph idx="1" type="body"/>
          </p:nvPr>
        </p:nvSpPr>
        <p:spPr>
          <a:xfrm>
            <a:off x="284850" y="888450"/>
            <a:ext cx="3167700" cy="3893700"/>
          </a:xfrm>
          <a:prstGeom prst="rect">
            <a:avLst/>
          </a:prstGeom>
        </p:spPr>
        <p:txBody>
          <a:bodyPr anchorCtr="0" anchor="t" bIns="0" lIns="0" spcFirstLastPara="1" rIns="0" wrap="square" tIns="0">
            <a:noAutofit/>
          </a:bodyPr>
          <a:lstStyle/>
          <a:p>
            <a:pPr indent="-190500" lvl="0" marL="171450" rtl="0" algn="l">
              <a:spcBef>
                <a:spcPts val="0"/>
              </a:spcBef>
              <a:spcAft>
                <a:spcPts val="0"/>
              </a:spcAft>
              <a:buSzPts val="1200"/>
              <a:buChar char="●"/>
            </a:pPr>
            <a:r>
              <a:rPr lang="en" sz="1200" u="sng"/>
              <a:t>Comparison of Algorithms</a:t>
            </a:r>
            <a:endParaRPr sz="1200"/>
          </a:p>
          <a:p>
            <a:pPr indent="-190500" lvl="1" marL="400050" rtl="0" algn="l">
              <a:spcBef>
                <a:spcPts val="0"/>
              </a:spcBef>
              <a:spcAft>
                <a:spcPts val="0"/>
              </a:spcAft>
              <a:buSzPts val="1200"/>
              <a:buChar char="○"/>
            </a:pPr>
            <a:r>
              <a:rPr lang="en" sz="1200"/>
              <a:t>Simulates the Restaurant Ordering System with both a priority queue and normal queue and compares the order process sequences of both.</a:t>
            </a:r>
            <a:endParaRPr sz="1200"/>
          </a:p>
          <a:p>
            <a:pPr indent="0" lvl="0" marL="0" rtl="0" algn="l">
              <a:spcBef>
                <a:spcPts val="0"/>
              </a:spcBef>
              <a:spcAft>
                <a:spcPts val="0"/>
              </a:spcAft>
              <a:buNone/>
            </a:pPr>
            <a:r>
              <a:t/>
            </a:r>
            <a:endParaRPr sz="1200" u="sng"/>
          </a:p>
          <a:p>
            <a:pPr indent="0" lvl="0" marL="0" rtl="0" algn="l">
              <a:spcBef>
                <a:spcPts val="0"/>
              </a:spcBef>
              <a:spcAft>
                <a:spcPts val="0"/>
              </a:spcAft>
              <a:buNone/>
            </a:pPr>
            <a:r>
              <a:t/>
            </a:r>
            <a:endParaRPr sz="1200" u="sng"/>
          </a:p>
          <a:p>
            <a:pPr indent="0" lvl="0" marL="0" rtl="0" algn="l">
              <a:spcBef>
                <a:spcPts val="0"/>
              </a:spcBef>
              <a:spcAft>
                <a:spcPts val="0"/>
              </a:spcAft>
              <a:buNone/>
            </a:pPr>
            <a:r>
              <a:t/>
            </a:r>
            <a:endParaRPr sz="1200" u="sng"/>
          </a:p>
          <a:p>
            <a:pPr indent="0" lvl="0" marL="0" rtl="0" algn="l">
              <a:spcBef>
                <a:spcPts val="0"/>
              </a:spcBef>
              <a:spcAft>
                <a:spcPts val="0"/>
              </a:spcAft>
              <a:buNone/>
            </a:pPr>
            <a:r>
              <a:t/>
            </a:r>
            <a:endParaRPr sz="1200" u="sng"/>
          </a:p>
          <a:p>
            <a:pPr indent="0" lvl="0" marL="0" rtl="0" algn="l">
              <a:spcBef>
                <a:spcPts val="0"/>
              </a:spcBef>
              <a:spcAft>
                <a:spcPts val="0"/>
              </a:spcAft>
              <a:buNone/>
            </a:pPr>
            <a:r>
              <a:t/>
            </a:r>
            <a:endParaRPr sz="1200" u="sng"/>
          </a:p>
          <a:p>
            <a:pPr indent="-190500" lvl="0" marL="171450" rtl="0" algn="l">
              <a:spcBef>
                <a:spcPts val="0"/>
              </a:spcBef>
              <a:spcAft>
                <a:spcPts val="0"/>
              </a:spcAft>
              <a:buSzPts val="1200"/>
              <a:buChar char="●"/>
            </a:pPr>
            <a:r>
              <a:rPr lang="en" sz="1200" u="sng"/>
              <a:t>Oldest Orders First</a:t>
            </a:r>
            <a:endParaRPr sz="1200" u="sng"/>
          </a:p>
          <a:p>
            <a:pPr indent="-190500" lvl="1" marL="400050" rtl="0" algn="l">
              <a:spcBef>
                <a:spcPts val="0"/>
              </a:spcBef>
              <a:spcAft>
                <a:spcPts val="0"/>
              </a:spcAft>
              <a:buSzPts val="1200"/>
              <a:buChar char="○"/>
            </a:pPr>
            <a:r>
              <a:rPr lang="en" sz="1200"/>
              <a:t>Similar to the comparison of algorithms, this option runs the Restaurant Ordering System with a priority queue and FCFS algorithm and compares the order process sequences of both</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a:p>
            <a:pPr indent="-190500" lvl="0" marL="171450" rtl="0" algn="l">
              <a:spcBef>
                <a:spcPts val="0"/>
              </a:spcBef>
              <a:spcAft>
                <a:spcPts val="0"/>
              </a:spcAft>
              <a:buSzPts val="1200"/>
              <a:buChar char="●"/>
            </a:pPr>
            <a:r>
              <a:rPr lang="en" sz="1200" u="sng"/>
              <a:t>Exit</a:t>
            </a:r>
            <a:endParaRPr sz="1200"/>
          </a:p>
          <a:p>
            <a:pPr indent="-190500" lvl="1" marL="400050" rtl="0" algn="l">
              <a:spcBef>
                <a:spcPts val="0"/>
              </a:spcBef>
              <a:spcAft>
                <a:spcPts val="0"/>
              </a:spcAft>
              <a:buSzPts val="1200"/>
              <a:buChar char="○"/>
            </a:pPr>
            <a:r>
              <a:rPr lang="en" sz="1200"/>
              <a:t>Closes the program.</a:t>
            </a:r>
            <a:endParaRPr sz="1200"/>
          </a:p>
        </p:txBody>
      </p:sp>
      <p:pic>
        <p:nvPicPr>
          <p:cNvPr id="435" name="Google Shape;435;p62"/>
          <p:cNvPicPr preferRelativeResize="0"/>
          <p:nvPr/>
        </p:nvPicPr>
        <p:blipFill>
          <a:blip r:embed="rId3">
            <a:alphaModFix/>
          </a:blip>
          <a:stretch>
            <a:fillRect/>
          </a:stretch>
        </p:blipFill>
        <p:spPr>
          <a:xfrm>
            <a:off x="3604950" y="433550"/>
            <a:ext cx="5386650" cy="2014056"/>
          </a:xfrm>
          <a:prstGeom prst="rect">
            <a:avLst/>
          </a:prstGeom>
          <a:noFill/>
          <a:ln>
            <a:noFill/>
          </a:ln>
        </p:spPr>
      </p:pic>
      <p:pic>
        <p:nvPicPr>
          <p:cNvPr id="436" name="Google Shape;436;p62"/>
          <p:cNvPicPr preferRelativeResize="0"/>
          <p:nvPr/>
        </p:nvPicPr>
        <p:blipFill>
          <a:blip r:embed="rId4">
            <a:alphaModFix/>
          </a:blip>
          <a:stretch>
            <a:fillRect/>
          </a:stretch>
        </p:blipFill>
        <p:spPr>
          <a:xfrm>
            <a:off x="3604950" y="2683556"/>
            <a:ext cx="5386650" cy="194936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63"/>
          <p:cNvSpPr txBox="1"/>
          <p:nvPr>
            <p:ph type="title"/>
          </p:nvPr>
        </p:nvSpPr>
        <p:spPr>
          <a:xfrm>
            <a:off x="283850" y="285900"/>
            <a:ext cx="84354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Data Structures &amp; Algorithms Used</a:t>
            </a:r>
            <a:endParaRPr/>
          </a:p>
        </p:txBody>
      </p:sp>
      <p:sp>
        <p:nvSpPr>
          <p:cNvPr id="442" name="Google Shape;442;p63"/>
          <p:cNvSpPr txBox="1"/>
          <p:nvPr>
            <p:ph idx="1" type="body"/>
          </p:nvPr>
        </p:nvSpPr>
        <p:spPr>
          <a:xfrm>
            <a:off x="324575" y="756900"/>
            <a:ext cx="3748800" cy="20844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a:t>Multitude of data structures used such vectors, arrays, normal queues, etc. but our main data structure used was a priority queue and hash maps</a:t>
            </a:r>
            <a:br>
              <a:rPr lang="en"/>
            </a:br>
            <a:endParaRPr/>
          </a:p>
          <a:p>
            <a:pPr indent="-292100" lvl="0" marL="457200" rtl="0" algn="l">
              <a:spcBef>
                <a:spcPts val="0"/>
              </a:spcBef>
              <a:spcAft>
                <a:spcPts val="0"/>
              </a:spcAft>
              <a:buSzPts val="1000"/>
              <a:buChar char="●"/>
            </a:pPr>
            <a:r>
              <a:rPr lang="en"/>
              <a:t>Priority queue uses a heap, which is a binary tree that is complete (All levels are filled and/or in the left most)</a:t>
            </a:r>
            <a:br>
              <a:rPr lang="en"/>
            </a:br>
            <a:endParaRPr/>
          </a:p>
          <a:p>
            <a:pPr indent="-292100" lvl="1" marL="914400" rtl="0" algn="l">
              <a:spcBef>
                <a:spcPts val="0"/>
              </a:spcBef>
              <a:spcAft>
                <a:spcPts val="0"/>
              </a:spcAft>
              <a:buSzPts val="1000"/>
              <a:buChar char="○"/>
            </a:pPr>
            <a:r>
              <a:rPr lang="en"/>
              <a:t>Min heaps are those in which the parent node’s values are less than its children; </a:t>
            </a:r>
            <a:br>
              <a:rPr lang="en"/>
            </a:br>
            <a:endParaRPr/>
          </a:p>
          <a:p>
            <a:pPr indent="-292100" lvl="1" marL="914400" rtl="0" algn="l">
              <a:spcBef>
                <a:spcPts val="0"/>
              </a:spcBef>
              <a:spcAft>
                <a:spcPts val="0"/>
              </a:spcAft>
              <a:buSzPts val="1000"/>
              <a:buChar char="○"/>
            </a:pPr>
            <a:r>
              <a:rPr lang="en"/>
              <a:t>Max heaps are those in which the parent node’s values are greater than its children</a:t>
            </a:r>
            <a:br>
              <a:rPr lang="en"/>
            </a:br>
            <a:endParaRPr/>
          </a:p>
          <a:p>
            <a:pPr indent="-292100" lvl="0" marL="457200" rtl="0" algn="l">
              <a:spcBef>
                <a:spcPts val="0"/>
              </a:spcBef>
              <a:spcAft>
                <a:spcPts val="0"/>
              </a:spcAft>
              <a:buSzPts val="1000"/>
              <a:buChar char="●"/>
            </a:pPr>
            <a:r>
              <a:rPr lang="en"/>
              <a:t>Pushing and popping the priority queue is O(log(n)), while peaking at the root is O(1). (Heap is </a:t>
            </a:r>
            <a:r>
              <a:rPr lang="en"/>
              <a:t>sorted</a:t>
            </a:r>
            <a:r>
              <a:rPr lang="en"/>
              <a:t> when popped or pushed)</a:t>
            </a:r>
            <a:endParaRPr/>
          </a:p>
        </p:txBody>
      </p:sp>
      <p:pic>
        <p:nvPicPr>
          <p:cNvPr id="443" name="Google Shape;443;p63"/>
          <p:cNvPicPr preferRelativeResize="0"/>
          <p:nvPr/>
        </p:nvPicPr>
        <p:blipFill>
          <a:blip r:embed="rId3">
            <a:alphaModFix/>
          </a:blip>
          <a:stretch>
            <a:fillRect/>
          </a:stretch>
        </p:blipFill>
        <p:spPr>
          <a:xfrm>
            <a:off x="4333900" y="1078475"/>
            <a:ext cx="4319376" cy="2159675"/>
          </a:xfrm>
          <a:prstGeom prst="rect">
            <a:avLst/>
          </a:prstGeom>
          <a:noFill/>
          <a:ln>
            <a:noFill/>
          </a:ln>
        </p:spPr>
      </p:pic>
      <p:sp>
        <p:nvSpPr>
          <p:cNvPr id="444" name="Google Shape;444;p63"/>
          <p:cNvSpPr txBox="1"/>
          <p:nvPr>
            <p:ph idx="4" type="title"/>
          </p:nvPr>
        </p:nvSpPr>
        <p:spPr>
          <a:xfrm>
            <a:off x="4333900" y="3276800"/>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Credit: GeeksForGeeks</a:t>
            </a:r>
            <a:endParaRPr/>
          </a:p>
        </p:txBody>
      </p:sp>
      <p:sp>
        <p:nvSpPr>
          <p:cNvPr id="445" name="Google Shape;445;p63"/>
          <p:cNvSpPr txBox="1"/>
          <p:nvPr>
            <p:ph idx="1" type="body"/>
          </p:nvPr>
        </p:nvSpPr>
        <p:spPr>
          <a:xfrm>
            <a:off x="1029775" y="3601975"/>
            <a:ext cx="6818400" cy="1570500"/>
          </a:xfrm>
          <a:prstGeom prst="rect">
            <a:avLst/>
          </a:prstGeom>
        </p:spPr>
        <p:txBody>
          <a:bodyPr anchorCtr="0" anchor="t" bIns="0" lIns="0" spcFirstLastPara="1" rIns="0" wrap="square" tIns="0">
            <a:noAutofit/>
          </a:bodyPr>
          <a:lstStyle/>
          <a:p>
            <a:pPr indent="-304800" lvl="0" marL="457200" rtl="0" algn="l">
              <a:spcBef>
                <a:spcPts val="0"/>
              </a:spcBef>
              <a:spcAft>
                <a:spcPts val="0"/>
              </a:spcAft>
              <a:buSzPts val="1200"/>
              <a:buChar char="●"/>
            </a:pPr>
            <a:r>
              <a:rPr lang="en" sz="1200"/>
              <a:t>C++ STL Priority Queue</a:t>
            </a:r>
            <a:endParaRPr sz="1200"/>
          </a:p>
          <a:p>
            <a:pPr indent="-304800" lvl="1" marL="914400" rtl="0" algn="l">
              <a:spcBef>
                <a:spcPts val="0"/>
              </a:spcBef>
              <a:spcAft>
                <a:spcPts val="0"/>
              </a:spcAft>
              <a:buClr>
                <a:srgbClr val="C586C0"/>
              </a:buClr>
              <a:buSzPts val="1200"/>
              <a:buFont typeface="Courier New"/>
              <a:buChar char="○"/>
            </a:pPr>
            <a:r>
              <a:rPr i="1" lang="en" sz="1200">
                <a:solidFill>
                  <a:srgbClr val="C586C0"/>
                </a:solidFill>
                <a:latin typeface="Courier New"/>
                <a:ea typeface="Courier New"/>
                <a:cs typeface="Courier New"/>
                <a:sym typeface="Courier New"/>
              </a:rPr>
              <a:t>priority_queue&lt;Type, Container, Comparator&gt; name;</a:t>
            </a:r>
            <a:endParaRPr i="1" sz="1200">
              <a:solidFill>
                <a:srgbClr val="C586C0"/>
              </a:solidFill>
              <a:latin typeface="Courier New"/>
              <a:ea typeface="Courier New"/>
              <a:cs typeface="Courier New"/>
              <a:sym typeface="Courier New"/>
            </a:endParaRPr>
          </a:p>
          <a:p>
            <a:pPr indent="-304800" lvl="2" marL="1371600" rtl="0" algn="l">
              <a:spcBef>
                <a:spcPts val="0"/>
              </a:spcBef>
              <a:spcAft>
                <a:spcPts val="0"/>
              </a:spcAft>
              <a:buClr>
                <a:srgbClr val="C586C0"/>
              </a:buClr>
              <a:buSzPts val="1200"/>
              <a:buFont typeface="Courier New"/>
              <a:buChar char="■"/>
            </a:pPr>
            <a:r>
              <a:rPr i="1" lang="en" sz="1200">
                <a:solidFill>
                  <a:srgbClr val="C586C0"/>
                </a:solidFill>
                <a:latin typeface="Courier New"/>
                <a:ea typeface="Courier New"/>
                <a:cs typeface="Courier New"/>
                <a:sym typeface="Courier New"/>
              </a:rPr>
              <a:t>Type is the object/data type/struct in the queue</a:t>
            </a:r>
            <a:endParaRPr i="1" sz="1200">
              <a:solidFill>
                <a:srgbClr val="C586C0"/>
              </a:solidFill>
              <a:latin typeface="Courier New"/>
              <a:ea typeface="Courier New"/>
              <a:cs typeface="Courier New"/>
              <a:sym typeface="Courier New"/>
            </a:endParaRPr>
          </a:p>
          <a:p>
            <a:pPr indent="-304800" lvl="2" marL="1371600" rtl="0" algn="l">
              <a:spcBef>
                <a:spcPts val="0"/>
              </a:spcBef>
              <a:spcAft>
                <a:spcPts val="0"/>
              </a:spcAft>
              <a:buClr>
                <a:srgbClr val="C586C0"/>
              </a:buClr>
              <a:buSzPts val="1200"/>
              <a:buFont typeface="Courier New"/>
              <a:buChar char="■"/>
            </a:pPr>
            <a:r>
              <a:rPr i="1" lang="en" sz="1200">
                <a:solidFill>
                  <a:srgbClr val="C586C0"/>
                </a:solidFill>
                <a:latin typeface="Courier New"/>
                <a:ea typeface="Courier New"/>
                <a:cs typeface="Courier New"/>
                <a:sym typeface="Courier New"/>
              </a:rPr>
              <a:t>Container is how how the data is stored (vector or deque)</a:t>
            </a:r>
            <a:endParaRPr i="1" sz="1200">
              <a:solidFill>
                <a:srgbClr val="C586C0"/>
              </a:solidFill>
              <a:latin typeface="Courier New"/>
              <a:ea typeface="Courier New"/>
              <a:cs typeface="Courier New"/>
              <a:sym typeface="Courier New"/>
            </a:endParaRPr>
          </a:p>
          <a:p>
            <a:pPr indent="-304800" lvl="2" marL="1371600" rtl="0" algn="l">
              <a:spcBef>
                <a:spcPts val="0"/>
              </a:spcBef>
              <a:spcAft>
                <a:spcPts val="0"/>
              </a:spcAft>
              <a:buClr>
                <a:srgbClr val="C586C0"/>
              </a:buClr>
              <a:buSzPts val="1200"/>
              <a:buFont typeface="Courier New"/>
              <a:buChar char="■"/>
            </a:pPr>
            <a:r>
              <a:rPr i="1" lang="en" sz="1200">
                <a:solidFill>
                  <a:srgbClr val="C586C0"/>
                </a:solidFill>
                <a:latin typeface="Courier New"/>
                <a:ea typeface="Courier New"/>
                <a:cs typeface="Courier New"/>
                <a:sym typeface="Courier New"/>
              </a:rPr>
              <a:t>Comparator</a:t>
            </a:r>
            <a:r>
              <a:rPr i="1" lang="en" sz="1200">
                <a:solidFill>
                  <a:srgbClr val="C586C0"/>
                </a:solidFill>
                <a:latin typeface="Courier New"/>
                <a:ea typeface="Courier New"/>
                <a:cs typeface="Courier New"/>
                <a:sym typeface="Courier New"/>
              </a:rPr>
              <a:t> is how the queue determines </a:t>
            </a:r>
            <a:r>
              <a:rPr i="1" lang="en" sz="1200">
                <a:solidFill>
                  <a:srgbClr val="C586C0"/>
                </a:solidFill>
                <a:latin typeface="Courier New"/>
                <a:ea typeface="Courier New"/>
                <a:cs typeface="Courier New"/>
                <a:sym typeface="Courier New"/>
              </a:rPr>
              <a:t>placement</a:t>
            </a:r>
            <a:r>
              <a:rPr i="1" lang="en" sz="1200">
                <a:solidFill>
                  <a:srgbClr val="C586C0"/>
                </a:solidFill>
                <a:latin typeface="Courier New"/>
                <a:ea typeface="Courier New"/>
                <a:cs typeface="Courier New"/>
                <a:sym typeface="Courier New"/>
              </a:rPr>
              <a:t> of values</a:t>
            </a:r>
            <a:endParaRPr i="1" sz="1200">
              <a:solidFill>
                <a:srgbClr val="C586C0"/>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C586C0"/>
              </a:solidFill>
              <a:latin typeface="Arial"/>
              <a:ea typeface="Arial"/>
              <a:cs typeface="Arial"/>
              <a:sym typeface="Arial"/>
            </a:endParaRPr>
          </a:p>
          <a:p>
            <a:pPr indent="0" lvl="0" marL="0" rtl="0" algn="l">
              <a:spcBef>
                <a:spcPts val="0"/>
              </a:spcBef>
              <a:spcAft>
                <a:spcPts val="0"/>
              </a:spcAft>
              <a:buNone/>
            </a:pPr>
            <a:r>
              <a:t/>
            </a:r>
            <a:endParaRPr sz="1200">
              <a:solidFill>
                <a:schemeClr val="lt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9" name="Shape 449"/>
        <p:cNvGrpSpPr/>
        <p:nvPr/>
      </p:nvGrpSpPr>
      <p:grpSpPr>
        <a:xfrm>
          <a:off x="0" y="0"/>
          <a:ext cx="0" cy="0"/>
          <a:chOff x="0" y="0"/>
          <a:chExt cx="0" cy="0"/>
        </a:xfrm>
      </p:grpSpPr>
      <p:sp>
        <p:nvSpPr>
          <p:cNvPr id="450" name="Google Shape;450;p64"/>
          <p:cNvSpPr txBox="1"/>
          <p:nvPr>
            <p:ph type="title"/>
          </p:nvPr>
        </p:nvSpPr>
        <p:spPr>
          <a:xfrm>
            <a:off x="283850" y="285900"/>
            <a:ext cx="84354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Data Structures &amp; </a:t>
            </a:r>
            <a:r>
              <a:rPr lang="en"/>
              <a:t>Algorithms</a:t>
            </a:r>
            <a:r>
              <a:rPr lang="en"/>
              <a:t> Used</a:t>
            </a:r>
            <a:endParaRPr/>
          </a:p>
        </p:txBody>
      </p:sp>
      <p:sp>
        <p:nvSpPr>
          <p:cNvPr id="451" name="Google Shape;451;p64"/>
          <p:cNvSpPr txBox="1"/>
          <p:nvPr>
            <p:ph idx="1" type="body"/>
          </p:nvPr>
        </p:nvSpPr>
        <p:spPr>
          <a:xfrm>
            <a:off x="283850" y="1078475"/>
            <a:ext cx="3748800" cy="2084400"/>
          </a:xfrm>
          <a:prstGeom prst="rect">
            <a:avLst/>
          </a:prstGeom>
        </p:spPr>
        <p:txBody>
          <a:bodyPr anchorCtr="0" anchor="t" bIns="0" lIns="0" spcFirstLastPara="1" rIns="0" wrap="square" tIns="0">
            <a:noAutofit/>
          </a:bodyPr>
          <a:lstStyle/>
          <a:p>
            <a:pPr indent="-304800" lvl="0" marL="457200" rtl="0" algn="l">
              <a:spcBef>
                <a:spcPts val="0"/>
              </a:spcBef>
              <a:spcAft>
                <a:spcPts val="0"/>
              </a:spcAft>
              <a:buSzPts val="1200"/>
              <a:buChar char="●"/>
            </a:pPr>
            <a:r>
              <a:rPr lang="en" sz="1200"/>
              <a:t>Hash maps were used for storing the information of items, along with checking for duplicates</a:t>
            </a:r>
            <a:br>
              <a:rPr lang="en" sz="1200"/>
            </a:br>
            <a:endParaRPr sz="1200"/>
          </a:p>
          <a:p>
            <a:pPr indent="-304800" lvl="0" marL="457200" rtl="0" algn="l">
              <a:spcBef>
                <a:spcPts val="0"/>
              </a:spcBef>
              <a:spcAft>
                <a:spcPts val="0"/>
              </a:spcAft>
              <a:buSzPts val="1200"/>
              <a:buChar char="●"/>
            </a:pPr>
            <a:r>
              <a:rPr lang="en" sz="1200"/>
              <a:t>Hashes uses a key to value system in which it uses a hash function to store values associated with keys</a:t>
            </a:r>
            <a:br>
              <a:rPr lang="en" sz="1200"/>
            </a:br>
            <a:endParaRPr sz="1200"/>
          </a:p>
          <a:p>
            <a:pPr indent="-304800" lvl="0" marL="457200" rtl="0" algn="l">
              <a:spcBef>
                <a:spcPts val="0"/>
              </a:spcBef>
              <a:spcAft>
                <a:spcPts val="0"/>
              </a:spcAft>
              <a:buSzPts val="1200"/>
              <a:buChar char="●"/>
            </a:pPr>
            <a:r>
              <a:rPr lang="en" sz="1200"/>
              <a:t>Finding, adding, and deleting is O(1)</a:t>
            </a:r>
            <a:endParaRPr sz="1200"/>
          </a:p>
          <a:p>
            <a:pPr indent="-304800" lvl="0" marL="457200" rtl="0" algn="l">
              <a:spcBef>
                <a:spcPts val="0"/>
              </a:spcBef>
              <a:spcAft>
                <a:spcPts val="0"/>
              </a:spcAft>
              <a:buSzPts val="1200"/>
              <a:buChar char="●"/>
            </a:pPr>
            <a:r>
              <a:rPr lang="en" sz="1200"/>
              <a:t>In C++ STL, they are known as unordered maps</a:t>
            </a:r>
            <a:br>
              <a:rPr lang="en" sz="1200"/>
            </a:br>
            <a:endParaRPr sz="1200"/>
          </a:p>
        </p:txBody>
      </p:sp>
      <p:sp>
        <p:nvSpPr>
          <p:cNvPr id="452" name="Google Shape;452;p64"/>
          <p:cNvSpPr txBox="1"/>
          <p:nvPr>
            <p:ph idx="4" type="title"/>
          </p:nvPr>
        </p:nvSpPr>
        <p:spPr>
          <a:xfrm>
            <a:off x="4279850" y="316287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Credit: GeeksForGeeks</a:t>
            </a:r>
            <a:endParaRPr/>
          </a:p>
        </p:txBody>
      </p:sp>
      <p:pic>
        <p:nvPicPr>
          <p:cNvPr id="453" name="Google Shape;453;p64"/>
          <p:cNvPicPr preferRelativeResize="0"/>
          <p:nvPr/>
        </p:nvPicPr>
        <p:blipFill>
          <a:blip r:embed="rId3">
            <a:alphaModFix/>
          </a:blip>
          <a:stretch>
            <a:fillRect/>
          </a:stretch>
        </p:blipFill>
        <p:spPr>
          <a:xfrm>
            <a:off x="4279850" y="909300"/>
            <a:ext cx="4430200" cy="2215100"/>
          </a:xfrm>
          <a:prstGeom prst="rect">
            <a:avLst/>
          </a:prstGeom>
          <a:noFill/>
          <a:ln>
            <a:noFill/>
          </a:ln>
        </p:spPr>
      </p:pic>
      <p:sp>
        <p:nvSpPr>
          <p:cNvPr id="454" name="Google Shape;454;p64"/>
          <p:cNvSpPr txBox="1"/>
          <p:nvPr>
            <p:ph idx="1" type="body"/>
          </p:nvPr>
        </p:nvSpPr>
        <p:spPr>
          <a:xfrm>
            <a:off x="1029775" y="3601975"/>
            <a:ext cx="6818400" cy="1570500"/>
          </a:xfrm>
          <a:prstGeom prst="rect">
            <a:avLst/>
          </a:prstGeom>
        </p:spPr>
        <p:txBody>
          <a:bodyPr anchorCtr="0" anchor="t" bIns="0" lIns="0" spcFirstLastPara="1" rIns="0" wrap="square" tIns="0">
            <a:noAutofit/>
          </a:bodyPr>
          <a:lstStyle/>
          <a:p>
            <a:pPr indent="-304800" lvl="0" marL="457200" rtl="0" algn="l">
              <a:spcBef>
                <a:spcPts val="0"/>
              </a:spcBef>
              <a:spcAft>
                <a:spcPts val="0"/>
              </a:spcAft>
              <a:buSzPts val="1200"/>
              <a:buChar char="●"/>
            </a:pPr>
            <a:r>
              <a:rPr lang="en" sz="1200"/>
              <a:t>C++ STL Priority Queue</a:t>
            </a:r>
            <a:endParaRPr sz="1200"/>
          </a:p>
          <a:p>
            <a:pPr indent="-304800" lvl="1" marL="914400" rtl="0" algn="l">
              <a:spcBef>
                <a:spcPts val="0"/>
              </a:spcBef>
              <a:spcAft>
                <a:spcPts val="0"/>
              </a:spcAft>
              <a:buClr>
                <a:srgbClr val="C586C0"/>
              </a:buClr>
              <a:buSzPts val="1200"/>
              <a:buFont typeface="Courier New"/>
              <a:buChar char="○"/>
            </a:pPr>
            <a:r>
              <a:rPr i="1" lang="en" sz="1200">
                <a:solidFill>
                  <a:srgbClr val="C586C0"/>
                </a:solidFill>
                <a:latin typeface="Courier New"/>
                <a:ea typeface="Courier New"/>
                <a:cs typeface="Courier New"/>
                <a:sym typeface="Courier New"/>
              </a:rPr>
              <a:t>unordered_map</a:t>
            </a:r>
            <a:r>
              <a:rPr i="1" lang="en" sz="1200">
                <a:solidFill>
                  <a:srgbClr val="C586C0"/>
                </a:solidFill>
                <a:latin typeface="Courier New"/>
                <a:ea typeface="Courier New"/>
                <a:cs typeface="Courier New"/>
                <a:sym typeface="Courier New"/>
              </a:rPr>
              <a:t>&lt;Key Type, Value Type&gt; name;</a:t>
            </a:r>
            <a:endParaRPr i="1" sz="1200">
              <a:solidFill>
                <a:srgbClr val="C586C0"/>
              </a:solidFill>
              <a:latin typeface="Courier New"/>
              <a:ea typeface="Courier New"/>
              <a:cs typeface="Courier New"/>
              <a:sym typeface="Courier New"/>
            </a:endParaRPr>
          </a:p>
          <a:p>
            <a:pPr indent="-304800" lvl="2" marL="1371600" rtl="0" algn="l">
              <a:spcBef>
                <a:spcPts val="0"/>
              </a:spcBef>
              <a:spcAft>
                <a:spcPts val="0"/>
              </a:spcAft>
              <a:buClr>
                <a:srgbClr val="C586C0"/>
              </a:buClr>
              <a:buSzPts val="1200"/>
              <a:buFont typeface="Courier New"/>
              <a:buChar char="■"/>
            </a:pPr>
            <a:r>
              <a:rPr i="1" lang="en" sz="1200">
                <a:solidFill>
                  <a:srgbClr val="C586C0"/>
                </a:solidFill>
                <a:latin typeface="Courier New"/>
                <a:ea typeface="Courier New"/>
                <a:cs typeface="Courier New"/>
                <a:sym typeface="Courier New"/>
              </a:rPr>
              <a:t>Key Type is the object/data type/s</a:t>
            </a:r>
            <a:r>
              <a:rPr i="1" lang="en" sz="1200">
                <a:solidFill>
                  <a:srgbClr val="C586C0"/>
                </a:solidFill>
                <a:latin typeface="Courier New"/>
                <a:ea typeface="Courier New"/>
                <a:cs typeface="Courier New"/>
                <a:sym typeface="Courier New"/>
              </a:rPr>
              <a:t>truct used to access values in the table</a:t>
            </a:r>
            <a:endParaRPr i="1" sz="1200">
              <a:solidFill>
                <a:srgbClr val="C586C0"/>
              </a:solidFill>
              <a:latin typeface="Courier New"/>
              <a:ea typeface="Courier New"/>
              <a:cs typeface="Courier New"/>
              <a:sym typeface="Courier New"/>
            </a:endParaRPr>
          </a:p>
          <a:p>
            <a:pPr indent="-304800" lvl="2" marL="1371600" rtl="0" algn="l">
              <a:spcBef>
                <a:spcPts val="0"/>
              </a:spcBef>
              <a:spcAft>
                <a:spcPts val="0"/>
              </a:spcAft>
              <a:buClr>
                <a:srgbClr val="C586C0"/>
              </a:buClr>
              <a:buSzPts val="1200"/>
              <a:buFont typeface="Courier New"/>
              <a:buChar char="■"/>
            </a:pPr>
            <a:r>
              <a:rPr i="1" lang="en" sz="1200">
                <a:solidFill>
                  <a:srgbClr val="C586C0"/>
                </a:solidFill>
                <a:latin typeface="Courier New"/>
                <a:ea typeface="Courier New"/>
                <a:cs typeface="Courier New"/>
                <a:sym typeface="Courier New"/>
              </a:rPr>
              <a:t>Value Type is the object/data type/struct of the values in the table</a:t>
            </a:r>
            <a:endParaRPr i="1" sz="1200">
              <a:solidFill>
                <a:srgbClr val="C586C0"/>
              </a:solidFill>
              <a:latin typeface="Courier New"/>
              <a:ea typeface="Courier New"/>
              <a:cs typeface="Courier New"/>
              <a:sym typeface="Courier New"/>
            </a:endParaRPr>
          </a:p>
          <a:p>
            <a:pPr indent="0" lvl="0" marL="0" rtl="0" algn="l">
              <a:spcBef>
                <a:spcPts val="0"/>
              </a:spcBef>
              <a:spcAft>
                <a:spcPts val="0"/>
              </a:spcAft>
              <a:buNone/>
            </a:pPr>
            <a:r>
              <a:t/>
            </a:r>
            <a:endParaRPr sz="1200">
              <a:solidFill>
                <a:srgbClr val="C586C0"/>
              </a:solidFill>
              <a:latin typeface="Arial"/>
              <a:ea typeface="Arial"/>
              <a:cs typeface="Arial"/>
              <a:sym typeface="Arial"/>
            </a:endParaRPr>
          </a:p>
          <a:p>
            <a:pPr indent="0" lvl="0" marL="0" rtl="0" algn="l">
              <a:spcBef>
                <a:spcPts val="0"/>
              </a:spcBef>
              <a:spcAft>
                <a:spcPts val="0"/>
              </a:spcAft>
              <a:buNone/>
            </a:pPr>
            <a:r>
              <a:t/>
            </a:r>
            <a:endParaRPr sz="1200">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65"/>
          <p:cNvSpPr txBox="1"/>
          <p:nvPr>
            <p:ph idx="12" type="sldNum"/>
          </p:nvPr>
        </p:nvSpPr>
        <p:spPr>
          <a:xfrm>
            <a:off x="8308150" y="4782125"/>
            <a:ext cx="548700" cy="76200"/>
          </a:xfrm>
          <a:prstGeom prst="rect">
            <a:avLst/>
          </a:prstGeom>
        </p:spPr>
        <p:txBody>
          <a:bodyPr anchorCtr="0" anchor="t" bIns="0" lIns="0" spcFirstLastPara="1" rIns="0" wrap="square" tIns="0">
            <a:noAutofit/>
          </a:bodyPr>
          <a:lstStyle/>
          <a:p>
            <a:pPr indent="0" lvl="0" marL="0" rtl="0" algn="r">
              <a:spcBef>
                <a:spcPts val="0"/>
              </a:spcBef>
              <a:spcAft>
                <a:spcPts val="0"/>
              </a:spcAft>
              <a:buNone/>
            </a:pPr>
            <a:fld id="{00000000-1234-1234-1234-123412341234}" type="slidenum">
              <a:rPr lang="en"/>
              <a:t>‹#›</a:t>
            </a:fld>
            <a:endParaRPr/>
          </a:p>
        </p:txBody>
      </p:sp>
      <p:sp>
        <p:nvSpPr>
          <p:cNvPr id="460" name="Google Shape;460;p65"/>
          <p:cNvSpPr txBox="1"/>
          <p:nvPr/>
        </p:nvSpPr>
        <p:spPr>
          <a:xfrm>
            <a:off x="284850" y="286800"/>
            <a:ext cx="5671200" cy="1377600"/>
          </a:xfrm>
          <a:prstGeom prst="rect">
            <a:avLst/>
          </a:prstGeom>
          <a:noFill/>
          <a:ln>
            <a:noFill/>
          </a:ln>
        </p:spPr>
        <p:txBody>
          <a:bodyPr anchorCtr="0" anchor="t" bIns="0" lIns="0" spcFirstLastPara="1" rIns="0" wrap="square" tIns="0">
            <a:noAutofit/>
          </a:bodyPr>
          <a:lstStyle/>
          <a:p>
            <a:pPr indent="0" lvl="0" marL="0" rtl="0" algn="l">
              <a:lnSpc>
                <a:spcPct val="85000"/>
              </a:lnSpc>
              <a:spcBef>
                <a:spcPts val="0"/>
              </a:spcBef>
              <a:spcAft>
                <a:spcPts val="0"/>
              </a:spcAft>
              <a:buNone/>
            </a:pPr>
            <a:r>
              <a:rPr lang="en" sz="3600">
                <a:solidFill>
                  <a:schemeClr val="dk1"/>
                </a:solidFill>
                <a:latin typeface="Inter"/>
                <a:ea typeface="Inter"/>
                <a:cs typeface="Inter"/>
                <a:sym typeface="Inter"/>
              </a:rPr>
              <a:t>UML</a:t>
            </a:r>
            <a:endParaRPr sz="3600">
              <a:solidFill>
                <a:schemeClr val="dk1"/>
              </a:solidFill>
              <a:latin typeface="Inter"/>
              <a:ea typeface="Inter"/>
              <a:cs typeface="Inter"/>
              <a:sym typeface="Inter"/>
            </a:endParaRPr>
          </a:p>
          <a:p>
            <a:pPr indent="0" lvl="0" marL="0" rtl="0" algn="l">
              <a:lnSpc>
                <a:spcPct val="85000"/>
              </a:lnSpc>
              <a:spcBef>
                <a:spcPts val="0"/>
              </a:spcBef>
              <a:spcAft>
                <a:spcPts val="0"/>
              </a:spcAft>
              <a:buNone/>
            </a:pPr>
            <a:r>
              <a:rPr lang="en" sz="3600">
                <a:solidFill>
                  <a:schemeClr val="dk1"/>
                </a:solidFill>
                <a:latin typeface="Inter"/>
                <a:ea typeface="Inter"/>
                <a:cs typeface="Inter"/>
                <a:sym typeface="Inter"/>
              </a:rPr>
              <a:t>Diagram</a:t>
            </a:r>
            <a:endParaRPr sz="3600">
              <a:solidFill>
                <a:schemeClr val="dk1"/>
              </a:solidFill>
              <a:latin typeface="Inter"/>
              <a:ea typeface="Inter"/>
              <a:cs typeface="Inter"/>
              <a:sym typeface="Inter"/>
            </a:endParaRPr>
          </a:p>
        </p:txBody>
      </p:sp>
      <p:pic>
        <p:nvPicPr>
          <p:cNvPr id="461" name="Google Shape;461;p65"/>
          <p:cNvPicPr preferRelativeResize="0"/>
          <p:nvPr/>
        </p:nvPicPr>
        <p:blipFill>
          <a:blip r:embed="rId3">
            <a:alphaModFix/>
          </a:blip>
          <a:stretch>
            <a:fillRect/>
          </a:stretch>
        </p:blipFill>
        <p:spPr>
          <a:xfrm>
            <a:off x="2339400" y="127800"/>
            <a:ext cx="6072924" cy="4839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5" name="Shape 465"/>
        <p:cNvGrpSpPr/>
        <p:nvPr/>
      </p:nvGrpSpPr>
      <p:grpSpPr>
        <a:xfrm>
          <a:off x="0" y="0"/>
          <a:ext cx="0" cy="0"/>
          <a:chOff x="0" y="0"/>
          <a:chExt cx="0" cy="0"/>
        </a:xfrm>
      </p:grpSpPr>
      <p:sp>
        <p:nvSpPr>
          <p:cNvPr id="466" name="Google Shape;466;p66"/>
          <p:cNvSpPr txBox="1"/>
          <p:nvPr/>
        </p:nvSpPr>
        <p:spPr>
          <a:xfrm>
            <a:off x="406275" y="56875"/>
            <a:ext cx="8190600" cy="79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dk1"/>
                </a:solidFill>
                <a:latin typeface="Inter"/>
                <a:ea typeface="Inter"/>
                <a:cs typeface="Inter"/>
                <a:sym typeface="Inter"/>
              </a:rPr>
              <a:t>Run Simulation — Option 1</a:t>
            </a:r>
            <a:endParaRPr sz="3600">
              <a:solidFill>
                <a:schemeClr val="dk1"/>
              </a:solidFill>
              <a:latin typeface="Inter"/>
              <a:ea typeface="Inter"/>
              <a:cs typeface="Inter"/>
              <a:sym typeface="Inter"/>
            </a:endParaRPr>
          </a:p>
        </p:txBody>
      </p:sp>
      <p:pic>
        <p:nvPicPr>
          <p:cNvPr id="467" name="Google Shape;467;p66"/>
          <p:cNvPicPr preferRelativeResize="0"/>
          <p:nvPr/>
        </p:nvPicPr>
        <p:blipFill>
          <a:blip r:embed="rId3">
            <a:alphaModFix/>
          </a:blip>
          <a:stretch>
            <a:fillRect/>
          </a:stretch>
        </p:blipFill>
        <p:spPr>
          <a:xfrm>
            <a:off x="4460975" y="768413"/>
            <a:ext cx="4682150" cy="1344325"/>
          </a:xfrm>
          <a:prstGeom prst="rect">
            <a:avLst/>
          </a:prstGeom>
          <a:noFill/>
          <a:ln>
            <a:noFill/>
          </a:ln>
        </p:spPr>
      </p:pic>
      <p:sp>
        <p:nvSpPr>
          <p:cNvPr id="468" name="Google Shape;468;p66"/>
          <p:cNvSpPr txBox="1"/>
          <p:nvPr/>
        </p:nvSpPr>
        <p:spPr>
          <a:xfrm>
            <a:off x="162500" y="824750"/>
            <a:ext cx="4298400" cy="4033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Inter"/>
                <a:ea typeface="Inter"/>
                <a:cs typeface="Inter"/>
                <a:sym typeface="Inter"/>
              </a:rPr>
              <a:t>Queue</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The Simulation for option 1 in our code is a priority queue (STL priority_queue with CompareOrders) </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b="1" sz="1200">
              <a:solidFill>
                <a:schemeClr val="dk1"/>
              </a:solidFill>
              <a:latin typeface="Inter"/>
              <a:ea typeface="Inter"/>
              <a:cs typeface="Inter"/>
              <a:sym typeface="Inter"/>
            </a:endParaRPr>
          </a:p>
          <a:p>
            <a:pPr indent="0" lvl="0" marL="0" rtl="0" algn="l">
              <a:spcBef>
                <a:spcPts val="0"/>
              </a:spcBef>
              <a:spcAft>
                <a:spcPts val="0"/>
              </a:spcAft>
              <a:buNone/>
            </a:pPr>
            <a:r>
              <a:rPr b="1" lang="en" sz="1200">
                <a:solidFill>
                  <a:schemeClr val="dk1"/>
                </a:solidFill>
                <a:latin typeface="Inter"/>
                <a:ea typeface="Inter"/>
                <a:cs typeface="Inter"/>
                <a:sym typeface="Inter"/>
              </a:rPr>
              <a:t>Simulation</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This option will allow random customers to join mid-simulation which would be a 1 in a 10 chance after each order is served.</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The orders are being </a:t>
            </a:r>
            <a:r>
              <a:rPr lang="en" sz="1200">
                <a:solidFill>
                  <a:schemeClr val="dk1"/>
                </a:solidFill>
                <a:latin typeface="Inter"/>
                <a:ea typeface="Inter"/>
                <a:cs typeface="Inter"/>
                <a:sym typeface="Inter"/>
              </a:rPr>
              <a:t>prioritized</a:t>
            </a:r>
            <a:r>
              <a:rPr lang="en" sz="1200">
                <a:solidFill>
                  <a:schemeClr val="dk1"/>
                </a:solidFill>
                <a:latin typeface="Inter"/>
                <a:ea typeface="Inter"/>
                <a:cs typeface="Inter"/>
                <a:sym typeface="Inter"/>
              </a:rPr>
              <a:t> by priority scores such as drive-through customers and high value items are served first</a:t>
            </a:r>
            <a:endParaRPr sz="1200">
              <a:solidFill>
                <a:schemeClr val="dk1"/>
              </a:solidFill>
              <a:latin typeface="Inter"/>
              <a:ea typeface="Inter"/>
              <a:cs typeface="Inter"/>
              <a:sym typeface="Inter"/>
            </a:endParaRPr>
          </a:p>
          <a:p>
            <a:pPr indent="0" lvl="0" marL="0" rtl="0" algn="l">
              <a:spcBef>
                <a:spcPts val="0"/>
              </a:spcBef>
              <a:spcAft>
                <a:spcPts val="0"/>
              </a:spcAft>
              <a:buNone/>
            </a:pPr>
            <a:r>
              <a:rPr b="1" lang="en" sz="1200">
                <a:solidFill>
                  <a:schemeClr val="dk1"/>
                </a:solidFill>
                <a:latin typeface="Inter"/>
                <a:ea typeface="Inter"/>
                <a:cs typeface="Inter"/>
                <a:sym typeface="Inter"/>
              </a:rPr>
              <a:t>Display</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This will display the </a:t>
            </a:r>
            <a:r>
              <a:rPr lang="en" sz="1200">
                <a:solidFill>
                  <a:schemeClr val="dk1"/>
                </a:solidFill>
                <a:latin typeface="Inter"/>
                <a:ea typeface="Inter"/>
                <a:cs typeface="Inter"/>
                <a:sym typeface="Inter"/>
              </a:rPr>
              <a:t>initial</a:t>
            </a:r>
            <a:r>
              <a:rPr lang="en" sz="1200">
                <a:solidFill>
                  <a:schemeClr val="dk1"/>
                </a:solidFill>
                <a:latin typeface="Inter"/>
                <a:ea typeface="Inter"/>
                <a:cs typeface="Inter"/>
                <a:sym typeface="Inter"/>
              </a:rPr>
              <a:t> queue, and </a:t>
            </a:r>
            <a:r>
              <a:rPr lang="en" sz="1200">
                <a:solidFill>
                  <a:schemeClr val="dk1"/>
                </a:solidFill>
                <a:latin typeface="Inter"/>
                <a:ea typeface="Inter"/>
                <a:cs typeface="Inter"/>
                <a:sym typeface="Inter"/>
              </a:rPr>
              <a:t>will</a:t>
            </a:r>
            <a:r>
              <a:rPr lang="en" sz="1200">
                <a:solidFill>
                  <a:schemeClr val="dk1"/>
                </a:solidFill>
                <a:latin typeface="Inter"/>
                <a:ea typeface="Inter"/>
                <a:cs typeface="Inter"/>
                <a:sym typeface="Inter"/>
              </a:rPr>
              <a:t> </a:t>
            </a:r>
            <a:r>
              <a:rPr lang="en" sz="1200">
                <a:solidFill>
                  <a:schemeClr val="dk1"/>
                </a:solidFill>
                <a:latin typeface="Inter"/>
                <a:ea typeface="Inter"/>
                <a:cs typeface="Inter"/>
                <a:sym typeface="Inter"/>
              </a:rPr>
              <a:t>process each order one by one showing the remaining queue after each serving</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It will show a track time at the end of the average wait time and total runtime of the program</a:t>
            </a:r>
            <a:endParaRPr sz="1200">
              <a:solidFill>
                <a:schemeClr val="dk1"/>
              </a:solidFill>
              <a:latin typeface="Inter"/>
              <a:ea typeface="Inter"/>
              <a:cs typeface="Inter"/>
              <a:sym typeface="Inter"/>
            </a:endParaRPr>
          </a:p>
        </p:txBody>
      </p:sp>
      <p:sp>
        <p:nvSpPr>
          <p:cNvPr id="469" name="Google Shape;469;p66"/>
          <p:cNvSpPr txBox="1"/>
          <p:nvPr/>
        </p:nvSpPr>
        <p:spPr>
          <a:xfrm>
            <a:off x="4460975" y="2372650"/>
            <a:ext cx="4538100" cy="1579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nter"/>
                <a:ea typeface="Inter"/>
                <a:cs typeface="Inter"/>
                <a:sym typeface="Inter"/>
              </a:rPr>
              <a:t>//Shows how priority queue </a:t>
            </a:r>
            <a:r>
              <a:rPr lang="en" sz="1200">
                <a:solidFill>
                  <a:schemeClr val="dk1"/>
                </a:solidFill>
                <a:latin typeface="Inter"/>
                <a:ea typeface="Inter"/>
                <a:cs typeface="Inter"/>
                <a:sym typeface="Inter"/>
              </a:rPr>
              <a:t>processes the</a:t>
            </a:r>
            <a:r>
              <a:rPr lang="en" sz="1200">
                <a:solidFill>
                  <a:schemeClr val="dk1"/>
                </a:solidFill>
                <a:latin typeface="Inter"/>
                <a:ea typeface="Inter"/>
                <a:cs typeface="Inter"/>
                <a:sym typeface="Inter"/>
              </a:rPr>
              <a:t> highest priority first</a:t>
            </a:r>
            <a:endParaRPr sz="1200">
              <a:solidFill>
                <a:schemeClr val="dk1"/>
              </a:solidFill>
              <a:latin typeface="Inter"/>
              <a:ea typeface="Inter"/>
              <a:cs typeface="Inter"/>
              <a:sym typeface="Inter"/>
            </a:endParaRPr>
          </a:p>
          <a:p>
            <a:pPr indent="0" lvl="0" marL="0" rtl="0" algn="l">
              <a:spcBef>
                <a:spcPts val="0"/>
              </a:spcBef>
              <a:spcAft>
                <a:spcPts val="0"/>
              </a:spcAft>
              <a:buNone/>
            </a:pPr>
            <a:r>
              <a:rPr lang="en" sz="1200">
                <a:solidFill>
                  <a:schemeClr val="dk1"/>
                </a:solidFill>
                <a:latin typeface="Inter"/>
                <a:ea typeface="Inter"/>
                <a:cs typeface="Inter"/>
                <a:sym typeface="Inter"/>
              </a:rPr>
              <a:t>ps.placeOrder(names[random1], orderItems, (random1 % 2 ==0));</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sz="1200">
              <a:solidFill>
                <a:schemeClr val="dk1"/>
              </a:solidFill>
              <a:latin typeface="Inter"/>
              <a:ea typeface="Inter"/>
              <a:cs typeface="Inter"/>
              <a:sym typeface="Inter"/>
            </a:endParaRPr>
          </a:p>
          <a:p>
            <a:pPr indent="0" lvl="0" marL="0" rtl="0" algn="l">
              <a:spcBef>
                <a:spcPts val="0"/>
              </a:spcBef>
              <a:spcAft>
                <a:spcPts val="0"/>
              </a:spcAft>
              <a:buNone/>
            </a:pPr>
            <a:r>
              <a:rPr lang="en" sz="1200">
                <a:solidFill>
                  <a:schemeClr val="dk1"/>
                </a:solidFill>
                <a:latin typeface="Inter"/>
                <a:ea typeface="Inter"/>
                <a:cs typeface="Inter"/>
                <a:sym typeface="Inter"/>
              </a:rPr>
              <a:t>//Shows random mid-simulation customer </a:t>
            </a:r>
            <a:r>
              <a:rPr lang="en" sz="1200">
                <a:solidFill>
                  <a:schemeClr val="dk1"/>
                </a:solidFill>
                <a:latin typeface="Inter"/>
                <a:ea typeface="Inter"/>
                <a:cs typeface="Inter"/>
                <a:sym typeface="Inter"/>
              </a:rPr>
              <a:t>joining</a:t>
            </a:r>
            <a:r>
              <a:rPr lang="en" sz="1200">
                <a:solidFill>
                  <a:schemeClr val="dk1"/>
                </a:solidFill>
                <a:latin typeface="Inter"/>
                <a:ea typeface="Inter"/>
                <a:cs typeface="Inter"/>
                <a:sym typeface="Inter"/>
              </a:rPr>
              <a:t> </a:t>
            </a:r>
            <a:endParaRPr sz="1200">
              <a:solidFill>
                <a:schemeClr val="dk1"/>
              </a:solidFill>
              <a:latin typeface="Inter"/>
              <a:ea typeface="Inter"/>
              <a:cs typeface="Inter"/>
              <a:sym typeface="Inter"/>
            </a:endParaRPr>
          </a:p>
          <a:p>
            <a:pPr indent="0" lvl="0" marL="0" rtl="0" algn="l">
              <a:spcBef>
                <a:spcPts val="0"/>
              </a:spcBef>
              <a:spcAft>
                <a:spcPts val="0"/>
              </a:spcAft>
              <a:buNone/>
            </a:pPr>
            <a:r>
              <a:rPr lang="en" sz="1200">
                <a:solidFill>
                  <a:schemeClr val="dk1"/>
                </a:solidFill>
                <a:latin typeface="Inter"/>
                <a:ea typeface="Inter"/>
                <a:cs typeface="Inter"/>
                <a:sym typeface="Inter"/>
              </a:rPr>
              <a:t>If (distr1(gen) == 1){</a:t>
            </a:r>
            <a:endParaRPr sz="1200">
              <a:solidFill>
                <a:schemeClr val="dk1"/>
              </a:solidFill>
              <a:latin typeface="Inter"/>
              <a:ea typeface="Inter"/>
              <a:cs typeface="Inter"/>
              <a:sym typeface="Inter"/>
            </a:endParaRPr>
          </a:p>
          <a:p>
            <a:pPr indent="0" lvl="0" marL="0" rtl="0" algn="l">
              <a:spcBef>
                <a:spcPts val="0"/>
              </a:spcBef>
              <a:spcAft>
                <a:spcPts val="0"/>
              </a:spcAft>
              <a:buNone/>
            </a:pPr>
            <a:r>
              <a:rPr lang="en" sz="1200">
                <a:solidFill>
                  <a:schemeClr val="dk1"/>
                </a:solidFill>
                <a:latin typeface="Inter"/>
                <a:ea typeface="Inter"/>
                <a:cs typeface="Inter"/>
                <a:sym typeface="Inter"/>
              </a:rPr>
              <a:t>	ps.placeOrder(names[distr1(gen1)}, {menu.getMenuItem(keys[distr2(gen2)] }, distr1(gen1) % 2 == 0));</a:t>
            </a:r>
            <a:endParaRPr sz="1200">
              <a:solidFill>
                <a:schemeClr val="dk1"/>
              </a:solidFill>
              <a:latin typeface="Inter"/>
              <a:ea typeface="Inter"/>
              <a:cs typeface="Inter"/>
              <a:sym typeface="Inter"/>
            </a:endParaRPr>
          </a:p>
          <a:p>
            <a:pPr indent="0" lvl="0" marL="0" rtl="0" algn="l">
              <a:spcBef>
                <a:spcPts val="0"/>
              </a:spcBef>
              <a:spcAft>
                <a:spcPts val="0"/>
              </a:spcAft>
              <a:buNone/>
            </a:pPr>
            <a:r>
              <a:rPr lang="en" sz="1200">
                <a:solidFill>
                  <a:schemeClr val="dk1"/>
                </a:solidFill>
                <a:latin typeface="Inter"/>
                <a:ea typeface="Inter"/>
                <a:cs typeface="Inter"/>
                <a:sym typeface="Inter"/>
              </a:rPr>
              <a:t>sizeIN ++:</a:t>
            </a:r>
            <a:endParaRPr sz="1200">
              <a:solidFill>
                <a:schemeClr val="dk1"/>
              </a:solidFill>
              <a:latin typeface="Inter"/>
              <a:ea typeface="Inter"/>
              <a:cs typeface="Inter"/>
              <a:sym typeface="Inter"/>
            </a:endParaRPr>
          </a:p>
          <a:p>
            <a:pPr indent="0" lvl="0" marL="0" rtl="0" algn="l">
              <a:spcBef>
                <a:spcPts val="0"/>
              </a:spcBef>
              <a:spcAft>
                <a:spcPts val="0"/>
              </a:spcAft>
              <a:buNone/>
            </a:pPr>
            <a:r>
              <a:rPr lang="en" sz="1200">
                <a:solidFill>
                  <a:schemeClr val="dk1"/>
                </a:solidFill>
                <a:latin typeface="Inter"/>
                <a:ea typeface="Inter"/>
                <a:cs typeface="Inter"/>
                <a:sym typeface="Inter"/>
              </a:rPr>
              <a:t>}</a:t>
            </a:r>
            <a:endParaRPr sz="1200">
              <a:solidFill>
                <a:schemeClr val="dk1"/>
              </a:solidFill>
              <a:latin typeface="Inter"/>
              <a:ea typeface="Inter"/>
              <a:cs typeface="Inter"/>
              <a:sym typeface="Int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7"/>
          <p:cNvSpPr txBox="1"/>
          <p:nvPr/>
        </p:nvSpPr>
        <p:spPr>
          <a:xfrm>
            <a:off x="333150" y="142200"/>
            <a:ext cx="8324700" cy="9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dk1"/>
                </a:solidFill>
                <a:latin typeface="Inter"/>
                <a:ea typeface="Inter"/>
                <a:cs typeface="Inter"/>
                <a:sym typeface="Inter"/>
              </a:rPr>
              <a:t>Algorithm Comparison —-Option 2</a:t>
            </a:r>
            <a:endParaRPr sz="3600">
              <a:solidFill>
                <a:schemeClr val="dk1"/>
              </a:solidFill>
              <a:latin typeface="Inter"/>
              <a:ea typeface="Inter"/>
              <a:cs typeface="Inter"/>
              <a:sym typeface="Inter"/>
            </a:endParaRPr>
          </a:p>
        </p:txBody>
      </p:sp>
      <p:sp>
        <p:nvSpPr>
          <p:cNvPr id="475" name="Google Shape;475;p67"/>
          <p:cNvSpPr txBox="1"/>
          <p:nvPr/>
        </p:nvSpPr>
        <p:spPr>
          <a:xfrm>
            <a:off x="296575" y="861325"/>
            <a:ext cx="4790100" cy="3822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nter"/>
                <a:ea typeface="Inter"/>
                <a:cs typeface="Inter"/>
                <a:sym typeface="Inter"/>
              </a:rPr>
              <a:t>The two Queues used in this option are</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Priority Queue – STL priority_queue with CompareOrders</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Normal Queue – STL queue (no </a:t>
            </a:r>
            <a:r>
              <a:rPr lang="en" sz="1200">
                <a:solidFill>
                  <a:schemeClr val="dk1"/>
                </a:solidFill>
                <a:latin typeface="Inter"/>
                <a:ea typeface="Inter"/>
                <a:cs typeface="Inter"/>
                <a:sym typeface="Inter"/>
              </a:rPr>
              <a:t>sorting just processes the orders as arrived)</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sz="1200">
              <a:solidFill>
                <a:schemeClr val="dk1"/>
              </a:solidFill>
              <a:latin typeface="Inter"/>
              <a:ea typeface="Inter"/>
              <a:cs typeface="Inter"/>
              <a:sym typeface="Inter"/>
            </a:endParaRPr>
          </a:p>
          <a:p>
            <a:pPr indent="0" lvl="0" marL="0" rtl="0" algn="l">
              <a:spcBef>
                <a:spcPts val="0"/>
              </a:spcBef>
              <a:spcAft>
                <a:spcPts val="0"/>
              </a:spcAft>
              <a:buNone/>
            </a:pPr>
            <a:r>
              <a:rPr b="1" lang="en" sz="1200">
                <a:solidFill>
                  <a:schemeClr val="dk1"/>
                </a:solidFill>
                <a:latin typeface="Inter"/>
                <a:ea typeface="Inter"/>
                <a:cs typeface="Inter"/>
                <a:sym typeface="Inter"/>
              </a:rPr>
              <a:t>10 Random Orders</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The program is set to receive 10 random orders from 10 random people but there is a chance where a order will be placed while the program is processing an order.</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Both queues will be receiving the same exact customers so it shows a fair comparison between the two</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The independent sort we used was wait time = pqTick - order.timeOrdered.</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sz="1200">
              <a:solidFill>
                <a:schemeClr val="dk1"/>
              </a:solidFill>
              <a:latin typeface="Inter"/>
              <a:ea typeface="Inter"/>
              <a:cs typeface="Inter"/>
              <a:sym typeface="Inter"/>
            </a:endParaRPr>
          </a:p>
          <a:p>
            <a:pPr indent="0" lvl="0" marL="0" rtl="0" algn="l">
              <a:spcBef>
                <a:spcPts val="0"/>
              </a:spcBef>
              <a:spcAft>
                <a:spcPts val="0"/>
              </a:spcAft>
              <a:buNone/>
            </a:pPr>
            <a:r>
              <a:rPr b="1" lang="en" sz="1200">
                <a:solidFill>
                  <a:schemeClr val="dk1"/>
                </a:solidFill>
                <a:latin typeface="Inter"/>
                <a:ea typeface="Inter"/>
                <a:cs typeface="Inter"/>
                <a:sym typeface="Inter"/>
              </a:rPr>
              <a:t>The metrics</a:t>
            </a:r>
            <a:endParaRPr b="1" sz="1200">
              <a:solidFill>
                <a:schemeClr val="dk1"/>
              </a:solidFill>
              <a:latin typeface="Inter"/>
              <a:ea typeface="Inter"/>
              <a:cs typeface="Inter"/>
              <a:sym typeface="Inter"/>
            </a:endParaRPr>
          </a:p>
          <a:p>
            <a:pPr indent="0" lvl="0" marL="0" rtl="0" algn="l">
              <a:spcBef>
                <a:spcPts val="0"/>
              </a:spcBef>
              <a:spcAft>
                <a:spcPts val="0"/>
              </a:spcAft>
              <a:buNone/>
            </a:pPr>
            <a:r>
              <a:rPr lang="en" sz="1200">
                <a:solidFill>
                  <a:schemeClr val="dk1"/>
                </a:solidFill>
                <a:latin typeface="Inter"/>
                <a:ea typeface="Inter"/>
                <a:cs typeface="Inter"/>
                <a:sym typeface="Inter"/>
              </a:rPr>
              <a:t>The metrics we set up for this were</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Avg wait time per queue</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Longest wait, first and last served</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Plus a side by side table summary on who gets served when</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a:p>
            <a:pPr indent="0" lvl="0" marL="457200" rtl="0" algn="l">
              <a:spcBef>
                <a:spcPts val="0"/>
              </a:spcBef>
              <a:spcAft>
                <a:spcPts val="0"/>
              </a:spcAft>
              <a:buNone/>
            </a:pPr>
            <a:r>
              <a:t/>
            </a:r>
            <a:endParaRPr sz="1200">
              <a:solidFill>
                <a:schemeClr val="dk1"/>
              </a:solidFill>
              <a:latin typeface="Inter"/>
              <a:ea typeface="Inter"/>
              <a:cs typeface="Inter"/>
              <a:sym typeface="Inter"/>
            </a:endParaRPr>
          </a:p>
        </p:txBody>
      </p:sp>
      <p:sp>
        <p:nvSpPr>
          <p:cNvPr id="476" name="Google Shape;476;p67"/>
          <p:cNvSpPr txBox="1"/>
          <p:nvPr/>
        </p:nvSpPr>
        <p:spPr>
          <a:xfrm>
            <a:off x="5427900" y="2896775"/>
            <a:ext cx="3716100" cy="1786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200">
              <a:solidFill>
                <a:schemeClr val="lt1"/>
              </a:solidFill>
              <a:latin typeface="Inter"/>
              <a:ea typeface="Inter"/>
              <a:cs typeface="Inter"/>
              <a:sym typeface="Inter"/>
            </a:endParaRPr>
          </a:p>
        </p:txBody>
      </p:sp>
      <p:pic>
        <p:nvPicPr>
          <p:cNvPr id="477" name="Google Shape;477;p67"/>
          <p:cNvPicPr preferRelativeResize="0"/>
          <p:nvPr/>
        </p:nvPicPr>
        <p:blipFill>
          <a:blip r:embed="rId3">
            <a:alphaModFix/>
          </a:blip>
          <a:stretch>
            <a:fillRect/>
          </a:stretch>
        </p:blipFill>
        <p:spPr>
          <a:xfrm>
            <a:off x="5427900" y="1396908"/>
            <a:ext cx="3513050" cy="275112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sp>
        <p:nvSpPr>
          <p:cNvPr id="482" name="Google Shape;482;p68"/>
          <p:cNvSpPr txBox="1"/>
          <p:nvPr/>
        </p:nvSpPr>
        <p:spPr>
          <a:xfrm>
            <a:off x="333150" y="142200"/>
            <a:ext cx="8324700" cy="914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3600">
                <a:solidFill>
                  <a:schemeClr val="dk1"/>
                </a:solidFill>
                <a:latin typeface="Inter"/>
                <a:ea typeface="Inter"/>
                <a:cs typeface="Inter"/>
                <a:sym typeface="Inter"/>
              </a:rPr>
              <a:t>First Come, First Serve</a:t>
            </a:r>
            <a:r>
              <a:rPr lang="en" sz="3600">
                <a:solidFill>
                  <a:schemeClr val="dk1"/>
                </a:solidFill>
                <a:latin typeface="Inter"/>
                <a:ea typeface="Inter"/>
                <a:cs typeface="Inter"/>
                <a:sym typeface="Inter"/>
              </a:rPr>
              <a:t> —-Option 3</a:t>
            </a:r>
            <a:endParaRPr sz="3600">
              <a:solidFill>
                <a:schemeClr val="dk1"/>
              </a:solidFill>
              <a:latin typeface="Inter"/>
              <a:ea typeface="Inter"/>
              <a:cs typeface="Inter"/>
              <a:sym typeface="Inter"/>
            </a:endParaRPr>
          </a:p>
        </p:txBody>
      </p:sp>
      <p:sp>
        <p:nvSpPr>
          <p:cNvPr id="483" name="Google Shape;483;p68"/>
          <p:cNvSpPr txBox="1"/>
          <p:nvPr/>
        </p:nvSpPr>
        <p:spPr>
          <a:xfrm>
            <a:off x="284850" y="774825"/>
            <a:ext cx="4036800" cy="421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nter"/>
                <a:ea typeface="Inter"/>
                <a:cs typeface="Inter"/>
                <a:sym typeface="Inter"/>
              </a:rPr>
              <a:t>The two Queues in this option are:</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u="sng">
                <a:solidFill>
                  <a:schemeClr val="dk1"/>
                </a:solidFill>
                <a:latin typeface="Inter"/>
                <a:ea typeface="Inter"/>
                <a:cs typeface="Inter"/>
                <a:sym typeface="Inter"/>
              </a:rPr>
              <a:t>Priority Queue</a:t>
            </a:r>
            <a:r>
              <a:rPr lang="en" sz="1200">
                <a:solidFill>
                  <a:schemeClr val="dk1"/>
                </a:solidFill>
                <a:latin typeface="Inter"/>
                <a:ea typeface="Inter"/>
                <a:cs typeface="Inter"/>
                <a:sym typeface="Inter"/>
              </a:rPr>
              <a:t> – STL priority_queue with CompareOrders</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u="sng">
                <a:solidFill>
                  <a:schemeClr val="dk1"/>
                </a:solidFill>
                <a:latin typeface="Inter"/>
                <a:ea typeface="Inter"/>
                <a:cs typeface="Inter"/>
                <a:sym typeface="Inter"/>
              </a:rPr>
              <a:t>First Come, First Serve (FCFS)</a:t>
            </a:r>
            <a:r>
              <a:rPr lang="en" sz="1200">
                <a:solidFill>
                  <a:schemeClr val="dk1"/>
                </a:solidFill>
                <a:latin typeface="Inter"/>
                <a:ea typeface="Inter"/>
                <a:cs typeface="Inter"/>
                <a:sym typeface="Inter"/>
              </a:rPr>
              <a:t> - STL priority_queue (sorted by processing oldest orders first)</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b="1" sz="1200">
              <a:solidFill>
                <a:schemeClr val="dk1"/>
              </a:solidFill>
              <a:latin typeface="Inter"/>
              <a:ea typeface="Inter"/>
              <a:cs typeface="Inter"/>
              <a:sym typeface="Inter"/>
            </a:endParaRPr>
          </a:p>
          <a:p>
            <a:pPr indent="0" lvl="0" marL="0" rtl="0" algn="l">
              <a:spcBef>
                <a:spcPts val="0"/>
              </a:spcBef>
              <a:spcAft>
                <a:spcPts val="0"/>
              </a:spcAft>
              <a:buNone/>
            </a:pPr>
            <a:r>
              <a:rPr b="1" lang="en" sz="1200">
                <a:solidFill>
                  <a:schemeClr val="dk1"/>
                </a:solidFill>
                <a:latin typeface="Inter"/>
                <a:ea typeface="Inter"/>
                <a:cs typeface="Inter"/>
                <a:sym typeface="Inter"/>
              </a:rPr>
              <a:t>10 Random Orders</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Similar to the previous comparison 10 random orders from 10 random customers are made with the chance for extra orders to be made and both algorithms serve the same orders.</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With the possibility of extra orders, this differentiates the processing sequence between the Normal Queue and FCFS.**</a:t>
            </a:r>
            <a:endParaRPr sz="1200">
              <a:solidFill>
                <a:schemeClr val="dk1"/>
              </a:solidFill>
              <a:latin typeface="Inter"/>
              <a:ea typeface="Inter"/>
              <a:cs typeface="Inter"/>
              <a:sym typeface="Inter"/>
            </a:endParaRPr>
          </a:p>
          <a:p>
            <a:pPr indent="0" lvl="0" marL="0" rtl="0" algn="l">
              <a:spcBef>
                <a:spcPts val="0"/>
              </a:spcBef>
              <a:spcAft>
                <a:spcPts val="0"/>
              </a:spcAft>
              <a:buNone/>
            </a:pPr>
            <a:r>
              <a:t/>
            </a:r>
            <a:endParaRPr sz="1200">
              <a:solidFill>
                <a:schemeClr val="dk1"/>
              </a:solidFill>
              <a:latin typeface="Inter"/>
              <a:ea typeface="Inter"/>
              <a:cs typeface="Inter"/>
              <a:sym typeface="Inter"/>
            </a:endParaRPr>
          </a:p>
          <a:p>
            <a:pPr indent="0" lvl="0" marL="0" rtl="0" algn="l">
              <a:spcBef>
                <a:spcPts val="0"/>
              </a:spcBef>
              <a:spcAft>
                <a:spcPts val="0"/>
              </a:spcAft>
              <a:buNone/>
            </a:pPr>
            <a:r>
              <a:rPr b="1" lang="en" sz="1200">
                <a:solidFill>
                  <a:schemeClr val="dk1"/>
                </a:solidFill>
                <a:latin typeface="Inter"/>
                <a:ea typeface="Inter"/>
                <a:cs typeface="Inter"/>
                <a:sym typeface="Inter"/>
              </a:rPr>
              <a:t>The Metrics</a:t>
            </a:r>
            <a:endParaRPr b="1" sz="1200">
              <a:solidFill>
                <a:schemeClr val="dk1"/>
              </a:solidFill>
              <a:latin typeface="Inter"/>
              <a:ea typeface="Inter"/>
              <a:cs typeface="Inter"/>
              <a:sym typeface="Inter"/>
            </a:endParaRPr>
          </a:p>
          <a:p>
            <a:pPr indent="0" lvl="0" marL="0" rtl="0" algn="l">
              <a:spcBef>
                <a:spcPts val="0"/>
              </a:spcBef>
              <a:spcAft>
                <a:spcPts val="0"/>
              </a:spcAft>
              <a:buNone/>
            </a:pPr>
            <a:r>
              <a:rPr lang="en" sz="1200">
                <a:solidFill>
                  <a:schemeClr val="dk1"/>
                </a:solidFill>
                <a:latin typeface="Inter"/>
                <a:ea typeface="Inter"/>
                <a:cs typeface="Inter"/>
                <a:sym typeface="Inter"/>
              </a:rPr>
              <a:t>The metrics set up for this comparison include:</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Summary Table of Orders</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Average Wait Time</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First Customer Served</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Last Customer Served</a:t>
            </a:r>
            <a:endParaRPr sz="1200">
              <a:solidFill>
                <a:schemeClr val="dk1"/>
              </a:solidFill>
              <a:latin typeface="Inter"/>
              <a:ea typeface="Inter"/>
              <a:cs typeface="Inter"/>
              <a:sym typeface="Inter"/>
            </a:endParaRPr>
          </a:p>
        </p:txBody>
      </p:sp>
      <p:sp>
        <p:nvSpPr>
          <p:cNvPr id="484" name="Google Shape;484;p68"/>
          <p:cNvSpPr txBox="1"/>
          <p:nvPr/>
        </p:nvSpPr>
        <p:spPr>
          <a:xfrm>
            <a:off x="4944000" y="3759325"/>
            <a:ext cx="3716100" cy="122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Inter"/>
                <a:ea typeface="Inter"/>
                <a:cs typeface="Inter"/>
                <a:sym typeface="Inter"/>
              </a:rPr>
              <a:t>**Normal Queue will process newly added orders immediately, but FCFS will </a:t>
            </a:r>
            <a:r>
              <a:rPr lang="en" sz="1200">
                <a:solidFill>
                  <a:schemeClr val="dk1"/>
                </a:solidFill>
                <a:latin typeface="Inter"/>
                <a:ea typeface="Inter"/>
                <a:cs typeface="Inter"/>
                <a:sym typeface="Inter"/>
              </a:rPr>
              <a:t>prioritize</a:t>
            </a:r>
            <a:r>
              <a:rPr lang="en" sz="1200">
                <a:solidFill>
                  <a:schemeClr val="dk1"/>
                </a:solidFill>
                <a:latin typeface="Inter"/>
                <a:ea typeface="Inter"/>
                <a:cs typeface="Inter"/>
                <a:sym typeface="Inter"/>
              </a:rPr>
              <a:t> the older orders and leave the newly added orders for last.</a:t>
            </a:r>
            <a:endParaRPr sz="1200">
              <a:solidFill>
                <a:schemeClr val="dk1"/>
              </a:solidFill>
              <a:latin typeface="Inter"/>
              <a:ea typeface="Inter"/>
              <a:cs typeface="Inter"/>
              <a:sym typeface="Inter"/>
            </a:endParaRPr>
          </a:p>
        </p:txBody>
      </p:sp>
      <p:pic>
        <p:nvPicPr>
          <p:cNvPr id="485" name="Google Shape;485;p68"/>
          <p:cNvPicPr preferRelativeResize="0"/>
          <p:nvPr/>
        </p:nvPicPr>
        <p:blipFill>
          <a:blip r:embed="rId3">
            <a:alphaModFix/>
          </a:blip>
          <a:stretch>
            <a:fillRect/>
          </a:stretch>
        </p:blipFill>
        <p:spPr>
          <a:xfrm>
            <a:off x="5078875" y="1056295"/>
            <a:ext cx="3446350" cy="26371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9"/>
          <p:cNvSpPr txBox="1"/>
          <p:nvPr>
            <p:ph type="title"/>
          </p:nvPr>
        </p:nvSpPr>
        <p:spPr>
          <a:xfrm>
            <a:off x="283850" y="285900"/>
            <a:ext cx="42276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Dataset</a:t>
            </a:r>
            <a:endParaRPr/>
          </a:p>
          <a:p>
            <a:pPr indent="0" lvl="0" marL="0" rtl="0" algn="l">
              <a:spcBef>
                <a:spcPts val="0"/>
              </a:spcBef>
              <a:spcAft>
                <a:spcPts val="0"/>
              </a:spcAft>
              <a:buNone/>
            </a:pPr>
            <a:r>
              <a:t/>
            </a:r>
            <a:endParaRPr/>
          </a:p>
        </p:txBody>
      </p:sp>
      <p:sp>
        <p:nvSpPr>
          <p:cNvPr id="491" name="Google Shape;491;p69"/>
          <p:cNvSpPr txBox="1"/>
          <p:nvPr>
            <p:ph idx="1" type="body"/>
          </p:nvPr>
        </p:nvSpPr>
        <p:spPr>
          <a:xfrm>
            <a:off x="618975" y="856675"/>
            <a:ext cx="3748800" cy="2084400"/>
          </a:xfrm>
          <a:prstGeom prst="rect">
            <a:avLst/>
          </a:prstGeom>
        </p:spPr>
        <p:txBody>
          <a:bodyPr anchorCtr="0" anchor="t" bIns="0" lIns="0" spcFirstLastPara="1" rIns="0" wrap="square" tIns="0">
            <a:noAutofit/>
          </a:bodyPr>
          <a:lstStyle/>
          <a:p>
            <a:pPr indent="-311150" lvl="0" marL="457200" rtl="0" algn="l">
              <a:spcBef>
                <a:spcPts val="0"/>
              </a:spcBef>
              <a:spcAft>
                <a:spcPts val="0"/>
              </a:spcAft>
              <a:buSzPts val="1300"/>
              <a:buChar char="●"/>
            </a:pPr>
            <a:r>
              <a:rPr lang="en" sz="1300"/>
              <a:t>Due to the nature of </a:t>
            </a:r>
            <a:r>
              <a:rPr lang="en" sz="1300"/>
              <a:t>our</a:t>
            </a:r>
            <a:r>
              <a:rPr lang="en" sz="1300"/>
              <a:t> program being “live service,” we had to simulate how an actual restaurant would receive and process orders</a:t>
            </a:r>
            <a:br>
              <a:rPr lang="en" sz="1300"/>
            </a:br>
            <a:endParaRPr sz="1300"/>
          </a:p>
          <a:p>
            <a:pPr indent="-311150" lvl="0" marL="457200" rtl="0" algn="l">
              <a:spcBef>
                <a:spcPts val="0"/>
              </a:spcBef>
              <a:spcAft>
                <a:spcPts val="0"/>
              </a:spcAft>
              <a:buSzPts val="1300"/>
              <a:buChar char="●"/>
            </a:pPr>
            <a:r>
              <a:rPr lang="en" sz="1300"/>
              <a:t>This was </a:t>
            </a:r>
            <a:r>
              <a:rPr lang="en" sz="1300"/>
              <a:t>achieved</a:t>
            </a:r>
            <a:r>
              <a:rPr lang="en" sz="1300"/>
              <a:t> by adding random orders during the programs running, while also making randomizer to make the orders and customers unique </a:t>
            </a:r>
            <a:r>
              <a:rPr lang="en" sz="1300"/>
              <a:t>every time</a:t>
            </a:r>
            <a:endParaRPr sz="1300"/>
          </a:p>
        </p:txBody>
      </p:sp>
      <p:graphicFrame>
        <p:nvGraphicFramePr>
          <p:cNvPr id="492" name="Google Shape;492;p69"/>
          <p:cNvGraphicFramePr/>
          <p:nvPr/>
        </p:nvGraphicFramePr>
        <p:xfrm>
          <a:off x="802300" y="2760900"/>
          <a:ext cx="3000000" cy="3000000"/>
        </p:xfrm>
        <a:graphic>
          <a:graphicData uri="http://schemas.openxmlformats.org/drawingml/2006/table">
            <a:tbl>
              <a:tblPr>
                <a:noFill/>
                <a:tableStyleId>{A8C10397-457F-47EF-AEB1-2097D756C704}</a:tableStyleId>
              </a:tblPr>
              <a:tblGrid>
                <a:gridCol w="1447800"/>
                <a:gridCol w="1447800"/>
                <a:gridCol w="1447800"/>
                <a:gridCol w="1447800"/>
                <a:gridCol w="1447800"/>
              </a:tblGrid>
              <a:tr h="381000">
                <a:tc>
                  <a:txBody>
                    <a:bodyPr/>
                    <a:lstStyle/>
                    <a:p>
                      <a:pPr indent="0" lvl="0" marL="0" rtl="0" algn="l">
                        <a:spcBef>
                          <a:spcPts val="0"/>
                        </a:spcBef>
                        <a:spcAft>
                          <a:spcPts val="0"/>
                        </a:spcAft>
                        <a:buNone/>
                      </a:pPr>
                      <a:r>
                        <a:rPr lang="en">
                          <a:solidFill>
                            <a:schemeClr val="dk1"/>
                          </a:solidFill>
                        </a:rPr>
                        <a:t>Parameter</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 Used</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Info</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r>
              <a:tr h="381000">
                <a:tc>
                  <a:txBody>
                    <a:bodyPr/>
                    <a:lstStyle/>
                    <a:p>
                      <a:pPr indent="0" lvl="0" marL="0" rtl="0" algn="l">
                        <a:spcBef>
                          <a:spcPts val="0"/>
                        </a:spcBef>
                        <a:spcAft>
                          <a:spcPts val="0"/>
                        </a:spcAft>
                        <a:buNone/>
                      </a:pPr>
                      <a:r>
                        <a:rPr lang="en">
                          <a:solidFill>
                            <a:schemeClr val="dk1"/>
                          </a:solidFill>
                        </a:rPr>
                        <a:t>Names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10-15</a:t>
                      </a:r>
                      <a:endParaRPr>
                        <a:solidFill>
                          <a:schemeClr val="dk1"/>
                        </a:solidFill>
                      </a:endParaRPr>
                    </a:p>
                  </a:txBody>
                  <a:tcPr marT="91425" marB="91425" marR="91425" marL="91425"/>
                </a:tc>
                <a:tc gridSpan="3">
                  <a:txBody>
                    <a:bodyPr/>
                    <a:lstStyle/>
                    <a:p>
                      <a:pPr indent="0" lvl="0" marL="0" rtl="0" algn="l">
                        <a:spcBef>
                          <a:spcPts val="0"/>
                        </a:spcBef>
                        <a:spcAft>
                          <a:spcPts val="0"/>
                        </a:spcAft>
                        <a:buNone/>
                      </a:pPr>
                      <a:r>
                        <a:rPr lang="en">
                          <a:solidFill>
                            <a:schemeClr val="dk1"/>
                          </a:solidFill>
                        </a:rPr>
                        <a:t>Unique names for each order (trivial to wait time)</a:t>
                      </a:r>
                      <a:endParaRPr>
                        <a:solidFill>
                          <a:schemeClr val="dk1"/>
                        </a:solidFill>
                      </a:endParaRPr>
                    </a:p>
                  </a:txBody>
                  <a:tcPr marT="91425" marB="91425" marR="91425" marL="91425"/>
                </a:tc>
                <a:tc hMerge="1"/>
                <a:tc hMerge="1"/>
              </a:tr>
              <a:tr h="381000">
                <a:tc>
                  <a:txBody>
                    <a:bodyPr/>
                    <a:lstStyle/>
                    <a:p>
                      <a:pPr indent="0" lvl="0" marL="0" rtl="0" algn="l">
                        <a:spcBef>
                          <a:spcPts val="0"/>
                        </a:spcBef>
                        <a:spcAft>
                          <a:spcPts val="0"/>
                        </a:spcAft>
                        <a:buNone/>
                      </a:pPr>
                      <a:r>
                        <a:rPr lang="en">
                          <a:solidFill>
                            <a:schemeClr val="dk1"/>
                          </a:solidFill>
                        </a:rPr>
                        <a:t>Items</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7</a:t>
                      </a:r>
                      <a:endParaRPr>
                        <a:solidFill>
                          <a:schemeClr val="dk1"/>
                        </a:solidFill>
                      </a:endParaRPr>
                    </a:p>
                  </a:txBody>
                  <a:tcPr marT="91425" marB="91425" marR="91425" marL="91425"/>
                </a:tc>
                <a:tc gridSpan="3">
                  <a:txBody>
                    <a:bodyPr/>
                    <a:lstStyle/>
                    <a:p>
                      <a:pPr indent="0" lvl="0" marL="0" rtl="0" algn="l">
                        <a:spcBef>
                          <a:spcPts val="0"/>
                        </a:spcBef>
                        <a:spcAft>
                          <a:spcPts val="0"/>
                        </a:spcAft>
                        <a:buNone/>
                      </a:pPr>
                      <a:r>
                        <a:rPr lang="en">
                          <a:solidFill>
                            <a:schemeClr val="dk1"/>
                          </a:solidFill>
                        </a:rPr>
                        <a:t>Type of food item; each item had its own predetermined key, name, price, priority, priority rate, and time to complete.</a:t>
                      </a:r>
                      <a:endParaRPr>
                        <a:solidFill>
                          <a:schemeClr val="dk1"/>
                        </a:solidFill>
                      </a:endParaRPr>
                    </a:p>
                  </a:txBody>
                  <a:tcPr marT="91425" marB="91425" marR="91425" marL="91425"/>
                </a:tc>
                <a:tc hMerge="1"/>
                <a:tc hMerge="1"/>
              </a:tr>
            </a:tbl>
          </a:graphicData>
        </a:graphic>
      </p:graphicFrame>
      <p:sp>
        <p:nvSpPr>
          <p:cNvPr id="493" name="Google Shape;493;p69"/>
          <p:cNvSpPr txBox="1"/>
          <p:nvPr>
            <p:ph idx="1" type="body"/>
          </p:nvPr>
        </p:nvSpPr>
        <p:spPr>
          <a:xfrm>
            <a:off x="4755175" y="856675"/>
            <a:ext cx="3748800" cy="2084400"/>
          </a:xfrm>
          <a:prstGeom prst="rect">
            <a:avLst/>
          </a:prstGeom>
        </p:spPr>
        <p:txBody>
          <a:bodyPr anchorCtr="0" anchor="t" bIns="0" lIns="0" spcFirstLastPara="1" rIns="0" wrap="square" tIns="0">
            <a:noAutofit/>
          </a:bodyPr>
          <a:lstStyle/>
          <a:p>
            <a:pPr indent="-311150" lvl="0" marL="457200" rtl="0" algn="l">
              <a:spcBef>
                <a:spcPts val="0"/>
              </a:spcBef>
              <a:spcAft>
                <a:spcPts val="0"/>
              </a:spcAft>
              <a:buSzPts val="1300"/>
              <a:buChar char="●"/>
            </a:pPr>
            <a:r>
              <a:rPr lang="en" sz="1300"/>
              <a:t>For each order, there was a random name chosen, along with a random  amount of items in each order.</a:t>
            </a:r>
            <a:br>
              <a:rPr lang="en" sz="1300"/>
            </a:br>
            <a:endParaRPr sz="1300"/>
          </a:p>
          <a:p>
            <a:pPr indent="-311150" lvl="0" marL="457200" rtl="0" algn="l">
              <a:spcBef>
                <a:spcPts val="0"/>
              </a:spcBef>
              <a:spcAft>
                <a:spcPts val="0"/>
              </a:spcAft>
              <a:buSzPts val="1300"/>
              <a:buChar char="●"/>
            </a:pPr>
            <a:r>
              <a:rPr lang="en" sz="1300"/>
              <a:t>Performance of each algorithm is determine by avg wait for each session; these sessions are ran multiple time averaged once more to compare algorithms</a:t>
            </a:r>
            <a:endParaRPr sz="1300"/>
          </a:p>
          <a:p>
            <a:pPr indent="0" lvl="0" marL="457200" rtl="0" algn="l">
              <a:spcBef>
                <a:spcPts val="0"/>
              </a:spcBef>
              <a:spcAft>
                <a:spcPts val="0"/>
              </a:spcAft>
              <a:buNone/>
            </a:pPr>
            <a:r>
              <a:t/>
            </a:r>
            <a:endParaRPr sz="1300"/>
          </a:p>
        </p:txBody>
      </p:sp>
      <p:sp>
        <p:nvSpPr>
          <p:cNvPr id="494" name="Google Shape;494;p69"/>
          <p:cNvSpPr txBox="1"/>
          <p:nvPr>
            <p:ph idx="1" type="body"/>
          </p:nvPr>
        </p:nvSpPr>
        <p:spPr>
          <a:xfrm>
            <a:off x="577500" y="4459000"/>
            <a:ext cx="7667100" cy="5277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lt1"/>
              </a:buClr>
              <a:buSzPts val="1100"/>
              <a:buFont typeface="Arial"/>
              <a:buNone/>
            </a:pPr>
            <a:r>
              <a:rPr lang="en" sz="1300">
                <a:solidFill>
                  <a:srgbClr val="C586C0"/>
                </a:solidFill>
                <a:latin typeface="Courier New"/>
                <a:ea typeface="Courier New"/>
                <a:cs typeface="Courier New"/>
                <a:sym typeface="Courier New"/>
              </a:rPr>
              <a:t>ps.placeOrder("Frank",{menu.getMenuItem("SALAD"), menu.getMenuItem("WATER")}, false);</a:t>
            </a:r>
            <a:endParaRPr sz="1300">
              <a:solidFill>
                <a:srgbClr val="C586C0"/>
              </a:solidFill>
              <a:latin typeface="Courier New"/>
              <a:ea typeface="Courier New"/>
              <a:cs typeface="Courier New"/>
              <a:sym typeface="Courier New"/>
            </a:endParaRPr>
          </a:p>
          <a:p>
            <a:pPr indent="0" lvl="0" marL="0" rtl="0" algn="l">
              <a:spcBef>
                <a:spcPts val="0"/>
              </a:spcBef>
              <a:spcAft>
                <a:spcPts val="0"/>
              </a:spcAft>
              <a:buNone/>
            </a:pPr>
            <a:r>
              <a:t/>
            </a:r>
            <a:endParaRPr sz="1300">
              <a:solidFill>
                <a:srgbClr val="C586C0"/>
              </a:solidFill>
              <a:latin typeface="Courier New"/>
              <a:ea typeface="Courier New"/>
              <a:cs typeface="Courier New"/>
              <a:sym typeface="Courier New"/>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70"/>
          <p:cNvSpPr txBox="1"/>
          <p:nvPr>
            <p:ph type="title"/>
          </p:nvPr>
        </p:nvSpPr>
        <p:spPr>
          <a:xfrm>
            <a:off x="283850" y="285900"/>
            <a:ext cx="42276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Improvements Used </a:t>
            </a:r>
            <a:r>
              <a:rPr lang="en"/>
              <a:t>(Runtime)</a:t>
            </a:r>
            <a:endParaRPr/>
          </a:p>
        </p:txBody>
      </p:sp>
      <p:sp>
        <p:nvSpPr>
          <p:cNvPr id="500" name="Google Shape;500;p70"/>
          <p:cNvSpPr txBox="1"/>
          <p:nvPr>
            <p:ph idx="1" type="body"/>
          </p:nvPr>
        </p:nvSpPr>
        <p:spPr>
          <a:xfrm>
            <a:off x="432700" y="1440575"/>
            <a:ext cx="3748800" cy="208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 order to prevent duplicates of names being chosen for orders, we had to check if the name was already being used</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Char char="●"/>
            </a:pPr>
            <a:r>
              <a:rPr lang="en"/>
              <a:t>Solution #1, Use an array: </a:t>
            </a:r>
            <a:br>
              <a:rPr lang="en"/>
            </a:br>
            <a:endParaRPr/>
          </a:p>
          <a:p>
            <a:pPr indent="-292100" lvl="1" marL="914400" rtl="0" algn="l">
              <a:spcBef>
                <a:spcPts val="0"/>
              </a:spcBef>
              <a:spcAft>
                <a:spcPts val="0"/>
              </a:spcAft>
              <a:buSzPts val="1000"/>
              <a:buChar char="○"/>
            </a:pPr>
            <a:r>
              <a:rPr lang="en"/>
              <a:t>Everytime a name was chosen it, it was appended to an array, and each time a new time was chosen for a new order, we had to check if the name was already chosen by traversing the array. This is O(n).</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Char char="●"/>
            </a:pPr>
            <a:r>
              <a:rPr lang="en"/>
              <a:t>Solution #2 (</a:t>
            </a:r>
            <a:r>
              <a:rPr lang="en"/>
              <a:t>preferred</a:t>
            </a:r>
            <a:r>
              <a:rPr lang="en"/>
              <a:t>), Use a hash map: </a:t>
            </a:r>
            <a:br>
              <a:rPr lang="en"/>
            </a:br>
            <a:endParaRPr/>
          </a:p>
          <a:p>
            <a:pPr indent="-292100" lvl="1" marL="914400" rtl="0" algn="l">
              <a:spcBef>
                <a:spcPts val="0"/>
              </a:spcBef>
              <a:spcAft>
                <a:spcPts val="0"/>
              </a:spcAft>
              <a:buSzPts val="1000"/>
              <a:buChar char="○"/>
            </a:pPr>
            <a:r>
              <a:rPr lang="en"/>
              <a:t>Everytime a name was chosen it, it added to a hashmap as key, along with the random number chosen to be its corresponding value. Everytime we wanted to check for a duplicate, we just needed to provided the randomly chosen name/key and would return if it was chosen or not. This O(1).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01" name="Google Shape;501;p70"/>
          <p:cNvSpPr txBox="1"/>
          <p:nvPr>
            <p:ph idx="4" type="title"/>
          </p:nvPr>
        </p:nvSpPr>
        <p:spPr>
          <a:xfrm>
            <a:off x="4426650" y="4847700"/>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Credit: GeeksForGeeks</a:t>
            </a:r>
            <a:endParaRPr/>
          </a:p>
        </p:txBody>
      </p:sp>
      <p:pic>
        <p:nvPicPr>
          <p:cNvPr id="502" name="Google Shape;502;p70"/>
          <p:cNvPicPr preferRelativeResize="0"/>
          <p:nvPr/>
        </p:nvPicPr>
        <p:blipFill>
          <a:blip r:embed="rId3">
            <a:alphaModFix/>
          </a:blip>
          <a:stretch>
            <a:fillRect/>
          </a:stretch>
        </p:blipFill>
        <p:spPr>
          <a:xfrm>
            <a:off x="4426650" y="2594125"/>
            <a:ext cx="4430200" cy="2215100"/>
          </a:xfrm>
          <a:prstGeom prst="rect">
            <a:avLst/>
          </a:prstGeom>
          <a:noFill/>
          <a:ln>
            <a:noFill/>
          </a:ln>
        </p:spPr>
      </p:pic>
      <p:pic>
        <p:nvPicPr>
          <p:cNvPr id="503" name="Google Shape;503;p70"/>
          <p:cNvPicPr preferRelativeResize="0"/>
          <p:nvPr/>
        </p:nvPicPr>
        <p:blipFill>
          <a:blip r:embed="rId4">
            <a:alphaModFix/>
          </a:blip>
          <a:stretch>
            <a:fillRect/>
          </a:stretch>
        </p:blipFill>
        <p:spPr>
          <a:xfrm>
            <a:off x="4453525" y="170400"/>
            <a:ext cx="4327750" cy="2176431"/>
          </a:xfrm>
          <a:prstGeom prst="rect">
            <a:avLst/>
          </a:prstGeom>
          <a:noFill/>
          <a:ln>
            <a:noFill/>
          </a:ln>
        </p:spPr>
      </p:pic>
      <p:sp>
        <p:nvSpPr>
          <p:cNvPr id="504" name="Google Shape;504;p70"/>
          <p:cNvSpPr txBox="1"/>
          <p:nvPr>
            <p:ph idx="4" type="title"/>
          </p:nvPr>
        </p:nvSpPr>
        <p:spPr>
          <a:xfrm>
            <a:off x="4453525" y="2346825"/>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Credit: GeeksForGeeks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8" name="Shape 508"/>
        <p:cNvGrpSpPr/>
        <p:nvPr/>
      </p:nvGrpSpPr>
      <p:grpSpPr>
        <a:xfrm>
          <a:off x="0" y="0"/>
          <a:ext cx="0" cy="0"/>
          <a:chOff x="0" y="0"/>
          <a:chExt cx="0" cy="0"/>
        </a:xfrm>
      </p:grpSpPr>
      <p:sp>
        <p:nvSpPr>
          <p:cNvPr id="509" name="Google Shape;509;p71"/>
          <p:cNvSpPr txBox="1"/>
          <p:nvPr>
            <p:ph type="title"/>
          </p:nvPr>
        </p:nvSpPr>
        <p:spPr>
          <a:xfrm>
            <a:off x="283850" y="285900"/>
            <a:ext cx="42276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Improvements Used (Runtime)</a:t>
            </a:r>
            <a:endParaRPr/>
          </a:p>
        </p:txBody>
      </p:sp>
      <p:sp>
        <p:nvSpPr>
          <p:cNvPr id="510" name="Google Shape;510;p71"/>
          <p:cNvSpPr txBox="1"/>
          <p:nvPr>
            <p:ph idx="1" type="body"/>
          </p:nvPr>
        </p:nvSpPr>
        <p:spPr>
          <a:xfrm>
            <a:off x="432700" y="1440575"/>
            <a:ext cx="3748800" cy="208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In order to prevent duplicates of names being chosen for orders, we had to check if the name was already being used</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Char char="●"/>
            </a:pPr>
            <a:r>
              <a:rPr lang="en"/>
              <a:t>Solution #1, Individual Inserts: </a:t>
            </a:r>
            <a:br>
              <a:rPr lang="en"/>
            </a:br>
            <a:endParaRPr/>
          </a:p>
          <a:p>
            <a:pPr indent="-292100" lvl="1" marL="914400" rtl="0" algn="l">
              <a:spcBef>
                <a:spcPts val="0"/>
              </a:spcBef>
              <a:spcAft>
                <a:spcPts val="0"/>
              </a:spcAft>
              <a:buSzPts val="1000"/>
              <a:buChar char="○"/>
            </a:pPr>
            <a:r>
              <a:rPr lang="en"/>
              <a:t>After the priority of an order was updated, we added it back to the priority queue. This process takes O(log(n)) but since it has to resort all the items, it does this everytime an item is added, so this process actually takes </a:t>
            </a:r>
            <a:r>
              <a:rPr lang="en"/>
              <a:t>O(nlog(n)).</a:t>
            </a:r>
            <a:endParaRPr/>
          </a:p>
          <a:p>
            <a:pPr indent="0" lvl="0" marL="0" rtl="0" algn="l">
              <a:spcBef>
                <a:spcPts val="0"/>
              </a:spcBef>
              <a:spcAft>
                <a:spcPts val="0"/>
              </a:spcAft>
              <a:buNone/>
            </a:pPr>
            <a:r>
              <a:t/>
            </a:r>
            <a:endParaRPr/>
          </a:p>
          <a:p>
            <a:pPr indent="-292100" lvl="0" marL="457200" rtl="0" algn="l">
              <a:spcBef>
                <a:spcPts val="0"/>
              </a:spcBef>
              <a:spcAft>
                <a:spcPts val="0"/>
              </a:spcAft>
              <a:buSzPts val="1000"/>
              <a:buChar char="●"/>
            </a:pPr>
            <a:r>
              <a:rPr lang="en"/>
              <a:t>Solution #2 (preferred), Entire vector insert : </a:t>
            </a:r>
            <a:br>
              <a:rPr lang="en"/>
            </a:br>
            <a:endParaRPr/>
          </a:p>
          <a:p>
            <a:pPr indent="-292100" lvl="1" marL="914400" rtl="0" algn="l">
              <a:spcBef>
                <a:spcPts val="0"/>
              </a:spcBef>
              <a:spcAft>
                <a:spcPts val="0"/>
              </a:spcAft>
              <a:buSzPts val="1000"/>
              <a:buChar char="○"/>
            </a:pPr>
            <a:r>
              <a:rPr lang="en"/>
              <a:t>Instead of only inserting each item, one by one, we can instead add it all at once. This can be </a:t>
            </a:r>
            <a:r>
              <a:rPr lang="en"/>
              <a:t>achieved</a:t>
            </a:r>
            <a:r>
              <a:rPr lang="en"/>
              <a:t> by constructing the </a:t>
            </a:r>
            <a:r>
              <a:rPr lang="en"/>
              <a:t>priority</a:t>
            </a:r>
            <a:r>
              <a:rPr lang="en"/>
              <a:t> queue with both ends of a vector.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511" name="Google Shape;511;p71"/>
          <p:cNvSpPr txBox="1"/>
          <p:nvPr>
            <p:ph idx="1" type="body"/>
          </p:nvPr>
        </p:nvSpPr>
        <p:spPr>
          <a:xfrm>
            <a:off x="4325800" y="1739875"/>
            <a:ext cx="4632000" cy="20844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a:t>Old:</a:t>
            </a:r>
            <a:br>
              <a:rPr lang="en" sz="1050">
                <a:solidFill>
                  <a:srgbClr val="C586C0"/>
                </a:solidFill>
                <a:latin typeface="Courier New"/>
                <a:ea typeface="Courier New"/>
                <a:cs typeface="Courier New"/>
                <a:sym typeface="Courier New"/>
              </a:rPr>
            </a:br>
            <a:r>
              <a:rPr lang="en" sz="1050">
                <a:solidFill>
                  <a:srgbClr val="C586C0"/>
                </a:solidFill>
                <a:latin typeface="Courier New"/>
                <a:ea typeface="Courier New"/>
                <a:cs typeface="Courier New"/>
                <a:sym typeface="Courier New"/>
              </a:rPr>
              <a:t>for (auto&amp; order : tempOrders) {</a:t>
            </a:r>
            <a:endParaRPr sz="1050">
              <a:solidFill>
                <a:srgbClr val="C586C0"/>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C586C0"/>
                </a:solidFill>
                <a:latin typeface="Courier New"/>
                <a:ea typeface="Courier New"/>
                <a:cs typeface="Courier New"/>
                <a:sym typeface="Courier New"/>
              </a:rPr>
              <a:t>        order.priority += order.priorityRate * deltaTime;</a:t>
            </a:r>
            <a:endParaRPr sz="1050">
              <a:solidFill>
                <a:srgbClr val="C586C0"/>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C586C0"/>
                </a:solidFill>
                <a:latin typeface="Courier New"/>
                <a:ea typeface="Courier New"/>
                <a:cs typeface="Courier New"/>
                <a:sym typeface="Courier New"/>
              </a:rPr>
              <a:t>        orderQueue.push(order);</a:t>
            </a:r>
            <a:endParaRPr sz="1050">
              <a:solidFill>
                <a:srgbClr val="C586C0"/>
              </a:solidFill>
              <a:latin typeface="Courier New"/>
              <a:ea typeface="Courier New"/>
              <a:cs typeface="Courier New"/>
              <a:sym typeface="Courier New"/>
            </a:endParaRPr>
          </a:p>
          <a:p>
            <a:pPr indent="0" lvl="0" marL="0" rtl="0" algn="l">
              <a:spcBef>
                <a:spcPts val="0"/>
              </a:spcBef>
              <a:spcAft>
                <a:spcPts val="0"/>
              </a:spcAft>
              <a:buNone/>
            </a:pPr>
            <a:r>
              <a:rPr lang="en" sz="1050">
                <a:solidFill>
                  <a:srgbClr val="C586C0"/>
                </a:solidFill>
                <a:latin typeface="Courier New"/>
                <a:ea typeface="Courier New"/>
                <a:cs typeface="Courier New"/>
                <a:sym typeface="Courier New"/>
              </a:rPr>
              <a:t>    }</a:t>
            </a:r>
            <a:br>
              <a:rPr lang="en" sz="1050">
                <a:solidFill>
                  <a:srgbClr val="C586C0"/>
                </a:solidFill>
                <a:latin typeface="Courier New"/>
                <a:ea typeface="Courier New"/>
                <a:cs typeface="Courier New"/>
                <a:sym typeface="Courier New"/>
              </a:rPr>
            </a:br>
            <a:br>
              <a:rPr lang="en" sz="1050">
                <a:solidFill>
                  <a:srgbClr val="C586C0"/>
                </a:solidFill>
                <a:latin typeface="Courier New"/>
                <a:ea typeface="Courier New"/>
                <a:cs typeface="Courier New"/>
                <a:sym typeface="Courier New"/>
              </a:rPr>
            </a:br>
            <a:r>
              <a:rPr lang="en"/>
              <a:t>New</a:t>
            </a:r>
            <a:r>
              <a:rPr lang="en"/>
              <a:t>:</a:t>
            </a:r>
            <a:br>
              <a:rPr lang="en"/>
            </a:br>
            <a:r>
              <a:rPr lang="en" sz="1050">
                <a:solidFill>
                  <a:srgbClr val="C586C0"/>
                </a:solidFill>
                <a:latin typeface="Courier New"/>
                <a:ea typeface="Courier New"/>
                <a:cs typeface="Courier New"/>
                <a:sym typeface="Courier New"/>
              </a:rPr>
              <a:t>for (auto&amp; order : tempOrders) {</a:t>
            </a:r>
            <a:endParaRPr sz="1050">
              <a:solidFill>
                <a:srgbClr val="C586C0"/>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lang="en" sz="1050">
                <a:solidFill>
                  <a:srgbClr val="C586C0"/>
                </a:solidFill>
                <a:latin typeface="Courier New"/>
                <a:ea typeface="Courier New"/>
                <a:cs typeface="Courier New"/>
                <a:sym typeface="Courier New"/>
              </a:rPr>
              <a:t>        order.priority += order.priorityRate * deltaTime;</a:t>
            </a:r>
            <a:endParaRPr sz="1050">
              <a:solidFill>
                <a:srgbClr val="C586C0"/>
              </a:solidFill>
              <a:latin typeface="Courier New"/>
              <a:ea typeface="Courier New"/>
              <a:cs typeface="Courier New"/>
              <a:sym typeface="Courier New"/>
            </a:endParaRPr>
          </a:p>
          <a:p>
            <a:pPr indent="0" lvl="0" marL="0" rtl="0" algn="l">
              <a:spcBef>
                <a:spcPts val="0"/>
              </a:spcBef>
              <a:spcAft>
                <a:spcPts val="0"/>
              </a:spcAft>
              <a:buClr>
                <a:schemeClr val="lt1"/>
              </a:buClr>
              <a:buSzPts val="1100"/>
              <a:buFont typeface="Arial"/>
              <a:buNone/>
            </a:pPr>
            <a:r>
              <a:rPr lang="en" sz="1050">
                <a:solidFill>
                  <a:srgbClr val="C586C0"/>
                </a:solidFill>
                <a:latin typeface="Courier New"/>
                <a:ea typeface="Courier New"/>
                <a:cs typeface="Courier New"/>
                <a:sym typeface="Courier New"/>
              </a:rPr>
              <a:t>    }</a:t>
            </a:r>
            <a:br>
              <a:rPr lang="en" sz="1050">
                <a:solidFill>
                  <a:srgbClr val="C586C0"/>
                </a:solidFill>
                <a:latin typeface="Courier New"/>
                <a:ea typeface="Courier New"/>
                <a:cs typeface="Courier New"/>
                <a:sym typeface="Courier New"/>
              </a:rPr>
            </a:br>
            <a:r>
              <a:rPr lang="en" sz="1050">
                <a:solidFill>
                  <a:srgbClr val="C586C0"/>
                </a:solidFill>
                <a:latin typeface="Courier New"/>
                <a:ea typeface="Courier New"/>
                <a:cs typeface="Courier New"/>
                <a:sym typeface="Courier New"/>
              </a:rPr>
              <a:t>orderQueue = priority_queue&lt;Order, vector&lt;Order&gt;, CompareOrders&gt;(tempOrders.begin(), tempOrders.end());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5" name="Shape 515"/>
        <p:cNvGrpSpPr/>
        <p:nvPr/>
      </p:nvGrpSpPr>
      <p:grpSpPr>
        <a:xfrm>
          <a:off x="0" y="0"/>
          <a:ext cx="0" cy="0"/>
          <a:chOff x="0" y="0"/>
          <a:chExt cx="0" cy="0"/>
        </a:xfrm>
      </p:grpSpPr>
      <p:sp>
        <p:nvSpPr>
          <p:cNvPr id="516" name="Google Shape;516;p72"/>
          <p:cNvSpPr txBox="1"/>
          <p:nvPr>
            <p:ph type="title"/>
          </p:nvPr>
        </p:nvSpPr>
        <p:spPr>
          <a:xfrm>
            <a:off x="283850" y="285900"/>
            <a:ext cx="7240500" cy="942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Future Improvements To Priority System</a:t>
            </a:r>
            <a:endParaRPr/>
          </a:p>
        </p:txBody>
      </p:sp>
      <p:sp>
        <p:nvSpPr>
          <p:cNvPr id="517" name="Google Shape;517;p72"/>
          <p:cNvSpPr txBox="1"/>
          <p:nvPr>
            <p:ph idx="1" type="body"/>
          </p:nvPr>
        </p:nvSpPr>
        <p:spPr>
          <a:xfrm>
            <a:off x="283850" y="1256200"/>
            <a:ext cx="4227300" cy="3341700"/>
          </a:xfrm>
          <a:prstGeom prst="rect">
            <a:avLst/>
          </a:prstGeom>
        </p:spPr>
        <p:txBody>
          <a:bodyPr anchorCtr="0" anchor="t" bIns="0" lIns="0" spcFirstLastPara="1" rIns="0" wrap="square" tIns="0">
            <a:noAutofit/>
          </a:bodyPr>
          <a:lstStyle/>
          <a:p>
            <a:pPr indent="-304800" lvl="0" marL="457200" rtl="0" algn="l">
              <a:spcBef>
                <a:spcPts val="0"/>
              </a:spcBef>
              <a:spcAft>
                <a:spcPts val="0"/>
              </a:spcAft>
              <a:buSzPts val="1200"/>
              <a:buChar char="●"/>
            </a:pPr>
            <a:r>
              <a:rPr lang="en" sz="1200"/>
              <a:t>Based off our results, we found that priority did not work as well as the oldest first approach.</a:t>
            </a:r>
            <a:br>
              <a:rPr lang="en" sz="1200"/>
            </a:br>
            <a:endParaRPr sz="1200"/>
          </a:p>
          <a:p>
            <a:pPr indent="-304800" lvl="1" marL="914400" rtl="0" algn="l">
              <a:spcBef>
                <a:spcPts val="0"/>
              </a:spcBef>
              <a:spcAft>
                <a:spcPts val="0"/>
              </a:spcAft>
              <a:buSzPts val="1200"/>
              <a:buChar char="○"/>
            </a:pPr>
            <a:r>
              <a:rPr lang="en" sz="1200"/>
              <a:t>To improve this, we can perhaps make a more robust way to calculate the priority of an order, such as using time to complete and age.</a:t>
            </a:r>
            <a:br>
              <a:rPr lang="en" sz="1200"/>
            </a:br>
            <a:endParaRPr sz="1200"/>
          </a:p>
          <a:p>
            <a:pPr indent="-304800" lvl="0" marL="457200" rtl="0" algn="l">
              <a:spcBef>
                <a:spcPts val="0"/>
              </a:spcBef>
              <a:spcAft>
                <a:spcPts val="0"/>
              </a:spcAft>
              <a:buSzPts val="1200"/>
              <a:buChar char="●"/>
            </a:pPr>
            <a:r>
              <a:rPr lang="en" sz="1200"/>
              <a:t>Multiple Priority Queues</a:t>
            </a:r>
            <a:endParaRPr sz="1200"/>
          </a:p>
          <a:p>
            <a:pPr indent="-304800" lvl="1" marL="914400" rtl="0" algn="l">
              <a:spcBef>
                <a:spcPts val="0"/>
              </a:spcBef>
              <a:spcAft>
                <a:spcPts val="0"/>
              </a:spcAft>
              <a:buSzPts val="1200"/>
              <a:buChar char="○"/>
            </a:pPr>
            <a:r>
              <a:rPr lang="en" sz="1200"/>
              <a:t>Our program is designed around just one employee, a more realistic settings would be multiple employees, so we can implement multiple queues</a:t>
            </a:r>
            <a:br>
              <a:rPr lang="en" sz="1200"/>
            </a:br>
            <a:endParaRPr sz="1200"/>
          </a:p>
          <a:p>
            <a:pPr indent="-304800" lvl="0" marL="457200" rtl="0" algn="l">
              <a:spcBef>
                <a:spcPts val="0"/>
              </a:spcBef>
              <a:spcAft>
                <a:spcPts val="0"/>
              </a:spcAft>
              <a:buSzPts val="1200"/>
              <a:buChar char="●"/>
            </a:pPr>
            <a:r>
              <a:rPr lang="en" sz="1200"/>
              <a:t>Work Stealer Approach</a:t>
            </a:r>
            <a:br>
              <a:rPr lang="en" sz="1200"/>
            </a:br>
            <a:endParaRPr sz="1200"/>
          </a:p>
          <a:p>
            <a:pPr indent="-304800" lvl="1" marL="914400" rtl="0" algn="l">
              <a:spcBef>
                <a:spcPts val="0"/>
              </a:spcBef>
              <a:spcAft>
                <a:spcPts val="0"/>
              </a:spcAft>
              <a:buSzPts val="1200"/>
              <a:buChar char="○"/>
            </a:pPr>
            <a:r>
              <a:rPr lang="en" sz="1200"/>
              <a:t>Implement a work stealing algorithm, so that multiple queues can exist and be most efficient </a:t>
            </a:r>
            <a:endParaRPr sz="1200"/>
          </a:p>
          <a:p>
            <a:pPr indent="0" lvl="0" marL="914400" rtl="0" algn="l">
              <a:spcBef>
                <a:spcPts val="0"/>
              </a:spcBef>
              <a:spcAft>
                <a:spcPts val="0"/>
              </a:spcAft>
              <a:buNone/>
            </a:pPr>
            <a:r>
              <a:t/>
            </a:r>
            <a:endParaRPr sz="1200"/>
          </a:p>
          <a:p>
            <a:pPr indent="0" lvl="0" marL="0" rtl="0" algn="l">
              <a:spcBef>
                <a:spcPts val="0"/>
              </a:spcBef>
              <a:spcAft>
                <a:spcPts val="0"/>
              </a:spcAft>
              <a:buNone/>
            </a:pPr>
            <a:r>
              <a:t/>
            </a:r>
            <a:endParaRPr sz="1200"/>
          </a:p>
          <a:p>
            <a:pPr indent="0" lvl="0" marL="0" rtl="0" algn="l">
              <a:spcBef>
                <a:spcPts val="0"/>
              </a:spcBef>
              <a:spcAft>
                <a:spcPts val="0"/>
              </a:spcAft>
              <a:buNone/>
            </a:pPr>
            <a:r>
              <a:t/>
            </a:r>
            <a:endParaRPr sz="1200"/>
          </a:p>
        </p:txBody>
      </p:sp>
      <p:pic>
        <p:nvPicPr>
          <p:cNvPr id="518" name="Google Shape;518;p72"/>
          <p:cNvPicPr preferRelativeResize="0"/>
          <p:nvPr/>
        </p:nvPicPr>
        <p:blipFill>
          <a:blip r:embed="rId3">
            <a:alphaModFix/>
          </a:blip>
          <a:stretch>
            <a:fillRect/>
          </a:stretch>
        </p:blipFill>
        <p:spPr>
          <a:xfrm>
            <a:off x="4638025" y="1981225"/>
            <a:ext cx="4328049" cy="1891630"/>
          </a:xfrm>
          <a:prstGeom prst="rect">
            <a:avLst/>
          </a:prstGeom>
          <a:noFill/>
          <a:ln>
            <a:noFill/>
          </a:ln>
        </p:spPr>
      </p:pic>
      <p:sp>
        <p:nvSpPr>
          <p:cNvPr id="519" name="Google Shape;519;p72"/>
          <p:cNvSpPr txBox="1"/>
          <p:nvPr>
            <p:ph idx="4" type="title"/>
          </p:nvPr>
        </p:nvSpPr>
        <p:spPr>
          <a:xfrm>
            <a:off x="4638025" y="3910921"/>
            <a:ext cx="1328400" cy="762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
              <a:t>Credit: DZone</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24" name="Google Shape;524;p73"/>
          <p:cNvSpPr txBox="1"/>
          <p:nvPr>
            <p:ph type="title"/>
          </p:nvPr>
        </p:nvSpPr>
        <p:spPr>
          <a:xfrm>
            <a:off x="283850" y="285900"/>
            <a:ext cx="72405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Experimental Campaign</a:t>
            </a:r>
            <a:endParaRPr/>
          </a:p>
        </p:txBody>
      </p:sp>
      <p:sp>
        <p:nvSpPr>
          <p:cNvPr id="525" name="Google Shape;525;p73"/>
          <p:cNvSpPr txBox="1"/>
          <p:nvPr/>
        </p:nvSpPr>
        <p:spPr>
          <a:xfrm>
            <a:off x="283850" y="749925"/>
            <a:ext cx="6763800" cy="1611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chemeClr val="dk1"/>
                </a:solidFill>
                <a:latin typeface="Inter"/>
                <a:ea typeface="Inter"/>
                <a:cs typeface="Inter"/>
                <a:sym typeface="Inter"/>
              </a:rPr>
              <a:t>Derived Metrics:</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Wait times</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Average Wait times</a:t>
            </a:r>
            <a:endParaRPr sz="1200">
              <a:solidFill>
                <a:schemeClr val="dk1"/>
              </a:solidFill>
              <a:latin typeface="Inter"/>
              <a:ea typeface="Inter"/>
              <a:cs typeface="Inter"/>
              <a:sym typeface="Inter"/>
            </a:endParaRPr>
          </a:p>
          <a:p>
            <a:pPr indent="0" lvl="0" marL="0" rtl="0" algn="l">
              <a:spcBef>
                <a:spcPts val="0"/>
              </a:spcBef>
              <a:spcAft>
                <a:spcPts val="0"/>
              </a:spcAft>
              <a:buNone/>
            </a:pPr>
            <a:r>
              <a:rPr b="1" lang="en" sz="1200">
                <a:solidFill>
                  <a:schemeClr val="dk1"/>
                </a:solidFill>
                <a:latin typeface="Inter"/>
                <a:ea typeface="Inter"/>
                <a:cs typeface="Inter"/>
                <a:sym typeface="Inter"/>
              </a:rPr>
              <a:t>Benchmark procedure:</a:t>
            </a:r>
            <a:endParaRPr b="1"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10 initial customers generated randomly </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Random mid-simulation customers have a 1 in 10 chance of joining the queue</a:t>
            </a:r>
            <a:endParaRPr sz="1200">
              <a:solidFill>
                <a:schemeClr val="dk1"/>
              </a:solidFill>
              <a:latin typeface="Inter"/>
              <a:ea typeface="Inter"/>
              <a:cs typeface="Inter"/>
              <a:sym typeface="Inter"/>
            </a:endParaRPr>
          </a:p>
          <a:p>
            <a:pPr indent="-304800" lvl="0" marL="457200" rtl="0" algn="l">
              <a:spcBef>
                <a:spcPts val="0"/>
              </a:spcBef>
              <a:spcAft>
                <a:spcPts val="0"/>
              </a:spcAft>
              <a:buClr>
                <a:schemeClr val="dk1"/>
              </a:buClr>
              <a:buSzPts val="1200"/>
              <a:buFont typeface="Inter"/>
              <a:buChar char="●"/>
            </a:pPr>
            <a:r>
              <a:rPr lang="en" sz="1200">
                <a:solidFill>
                  <a:schemeClr val="dk1"/>
                </a:solidFill>
                <a:latin typeface="Inter"/>
                <a:ea typeface="Inter"/>
                <a:cs typeface="Inter"/>
                <a:sym typeface="Inter"/>
              </a:rPr>
              <a:t>To make it fair we made sure the random customers and their orders will be the same for both queues in option 2 and option 3 to show a fair comparison</a:t>
            </a:r>
            <a:endParaRPr sz="1200">
              <a:solidFill>
                <a:schemeClr val="dk1"/>
              </a:solidFill>
              <a:latin typeface="Inter"/>
              <a:ea typeface="Inter"/>
              <a:cs typeface="Inter"/>
              <a:sym typeface="Inter"/>
            </a:endParaRPr>
          </a:p>
        </p:txBody>
      </p:sp>
      <p:graphicFrame>
        <p:nvGraphicFramePr>
          <p:cNvPr id="526" name="Google Shape;526;p73"/>
          <p:cNvGraphicFramePr/>
          <p:nvPr/>
        </p:nvGraphicFramePr>
        <p:xfrm>
          <a:off x="139072" y="2720007"/>
          <a:ext cx="3000000" cy="3000000"/>
        </p:xfrm>
        <a:graphic>
          <a:graphicData uri="http://schemas.openxmlformats.org/drawingml/2006/table">
            <a:tbl>
              <a:tblPr>
                <a:noFill/>
                <a:tableStyleId>{A8C10397-457F-47EF-AEB1-2097D756C704}</a:tableStyleId>
              </a:tblPr>
              <a:tblGrid>
                <a:gridCol w="1831350"/>
                <a:gridCol w="1705050"/>
                <a:gridCol w="1705050"/>
                <a:gridCol w="1705050"/>
              </a:tblGrid>
              <a:tr h="368000">
                <a:tc>
                  <a:txBody>
                    <a:bodyPr/>
                    <a:lstStyle/>
                    <a:p>
                      <a:pPr indent="0" lvl="0" marL="0" rtl="0" algn="l">
                        <a:spcBef>
                          <a:spcPts val="0"/>
                        </a:spcBef>
                        <a:spcAft>
                          <a:spcPts val="0"/>
                        </a:spcAft>
                        <a:buNone/>
                      </a:pPr>
                      <a:r>
                        <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Run Simulation(Option1)</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Comparison Algorithm (Option 2)</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Oldest Order First(Option 3)</a:t>
                      </a:r>
                      <a:endParaRPr sz="1200">
                        <a:solidFill>
                          <a:schemeClr val="dk1"/>
                        </a:solidFill>
                      </a:endParaRPr>
                    </a:p>
                  </a:txBody>
                  <a:tcPr marT="91425" marB="91425" marR="91425" marL="91425"/>
                </a:tc>
              </a:tr>
              <a:tr h="368000">
                <a:tc>
                  <a:txBody>
                    <a:bodyPr/>
                    <a:lstStyle/>
                    <a:p>
                      <a:pPr indent="0" lvl="0" marL="0" rtl="0" algn="l">
                        <a:spcBef>
                          <a:spcPts val="0"/>
                        </a:spcBef>
                        <a:spcAft>
                          <a:spcPts val="0"/>
                        </a:spcAft>
                        <a:buNone/>
                      </a:pPr>
                      <a:r>
                        <a:rPr lang="en" sz="1200">
                          <a:solidFill>
                            <a:schemeClr val="dk1"/>
                          </a:solidFill>
                        </a:rPr>
                        <a:t>Queue Type</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Priority Queue</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Priority vs Normal Queue</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Priority vs Time-based Queue</a:t>
                      </a:r>
                      <a:endParaRPr sz="1200">
                        <a:solidFill>
                          <a:schemeClr val="dk1"/>
                        </a:solidFill>
                      </a:endParaRPr>
                    </a:p>
                  </a:txBody>
                  <a:tcPr marT="91425" marB="91425" marR="91425" marL="91425"/>
                </a:tc>
              </a:tr>
              <a:tr h="368000">
                <a:tc>
                  <a:txBody>
                    <a:bodyPr/>
                    <a:lstStyle/>
                    <a:p>
                      <a:pPr indent="0" lvl="0" marL="0" rtl="0" algn="l">
                        <a:spcBef>
                          <a:spcPts val="0"/>
                        </a:spcBef>
                        <a:spcAft>
                          <a:spcPts val="0"/>
                        </a:spcAft>
                        <a:buNone/>
                      </a:pPr>
                      <a:r>
                        <a:rPr lang="en" sz="1200">
                          <a:solidFill>
                            <a:schemeClr val="dk1"/>
                          </a:solidFill>
                        </a:rPr>
                        <a:t>Avg Wait Time</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Measured at runtime</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Compared side by side</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Compared side by side</a:t>
                      </a:r>
                      <a:endParaRPr sz="1200">
                        <a:solidFill>
                          <a:schemeClr val="dk1"/>
                        </a:solidFill>
                      </a:endParaRPr>
                    </a:p>
                  </a:txBody>
                  <a:tcPr marT="91425" marB="91425" marR="91425" marL="91425"/>
                </a:tc>
              </a:tr>
              <a:tr h="486375">
                <a:tc>
                  <a:txBody>
                    <a:bodyPr/>
                    <a:lstStyle/>
                    <a:p>
                      <a:pPr indent="0" lvl="0" marL="0" rtl="0" algn="l">
                        <a:spcBef>
                          <a:spcPts val="0"/>
                        </a:spcBef>
                        <a:spcAft>
                          <a:spcPts val="0"/>
                        </a:spcAft>
                        <a:buNone/>
                      </a:pPr>
                      <a:r>
                        <a:rPr lang="en" sz="1200">
                          <a:solidFill>
                            <a:schemeClr val="dk1"/>
                          </a:solidFill>
                        </a:rPr>
                        <a:t>Random Arrivals</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Yes</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Yes on both queues</a:t>
                      </a:r>
                      <a:endParaRPr sz="1200">
                        <a:solidFill>
                          <a:schemeClr val="dk1"/>
                        </a:solidFill>
                      </a:endParaRPr>
                    </a:p>
                  </a:txBody>
                  <a:tcPr marT="91425" marB="91425" marR="91425" marL="91425"/>
                </a:tc>
                <a:tc>
                  <a:txBody>
                    <a:bodyPr/>
                    <a:lstStyle/>
                    <a:p>
                      <a:pPr indent="0" lvl="0" marL="0" rtl="0" algn="l">
                        <a:spcBef>
                          <a:spcPts val="0"/>
                        </a:spcBef>
                        <a:spcAft>
                          <a:spcPts val="0"/>
                        </a:spcAft>
                        <a:buNone/>
                      </a:pPr>
                      <a:r>
                        <a:rPr lang="en" sz="1200">
                          <a:solidFill>
                            <a:schemeClr val="dk1"/>
                          </a:solidFill>
                        </a:rPr>
                        <a:t>Yes on both queues</a:t>
                      </a:r>
                      <a:endParaRPr sz="1200">
                        <a:solidFill>
                          <a:schemeClr val="dk1"/>
                        </a:solidFill>
                      </a:endParaRPr>
                    </a:p>
                  </a:txBody>
                  <a:tcPr marT="91425" marB="91425" marR="91425" marL="91425"/>
                </a:tc>
              </a:tr>
            </a:tbl>
          </a:graphicData>
        </a:graphic>
      </p:graphicFrame>
      <p:sp>
        <p:nvSpPr>
          <p:cNvPr id="527" name="Google Shape;527;p73"/>
          <p:cNvSpPr txBox="1"/>
          <p:nvPr/>
        </p:nvSpPr>
        <p:spPr>
          <a:xfrm>
            <a:off x="7047550" y="1707448"/>
            <a:ext cx="1961100" cy="2803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100">
                <a:solidFill>
                  <a:schemeClr val="dk1"/>
                </a:solidFill>
                <a:latin typeface="Inter"/>
                <a:ea typeface="Inter"/>
                <a:cs typeface="Inter"/>
                <a:sym typeface="Inter"/>
              </a:rPr>
              <a:t>Goal of </a:t>
            </a:r>
            <a:r>
              <a:rPr lang="en" sz="1100">
                <a:solidFill>
                  <a:schemeClr val="dk1"/>
                </a:solidFill>
                <a:latin typeface="Inter"/>
                <a:ea typeface="Inter"/>
                <a:cs typeface="Inter"/>
                <a:sym typeface="Inter"/>
              </a:rPr>
              <a:t>Experiments</a:t>
            </a:r>
            <a:r>
              <a:rPr lang="en" sz="1100">
                <a:solidFill>
                  <a:schemeClr val="dk1"/>
                </a:solidFill>
                <a:latin typeface="Inter"/>
                <a:ea typeface="Inter"/>
                <a:cs typeface="Inter"/>
                <a:sym typeface="Inter"/>
              </a:rPr>
              <a:t>:</a:t>
            </a:r>
            <a:endParaRPr sz="1100">
              <a:solidFill>
                <a:schemeClr val="dk1"/>
              </a:solidFill>
              <a:latin typeface="Inter"/>
              <a:ea typeface="Inter"/>
              <a:cs typeface="Inter"/>
              <a:sym typeface="Inter"/>
            </a:endParaRPr>
          </a:p>
          <a:p>
            <a:pPr indent="-298450" lvl="0" marL="457200" rtl="0" algn="l">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To  run a simulation that takes the order of 10 random people and </a:t>
            </a:r>
            <a:r>
              <a:rPr lang="en" sz="1100">
                <a:solidFill>
                  <a:schemeClr val="dk1"/>
                </a:solidFill>
                <a:latin typeface="Inter"/>
                <a:ea typeface="Inter"/>
                <a:cs typeface="Inter"/>
                <a:sym typeface="Inter"/>
              </a:rPr>
              <a:t>their</a:t>
            </a:r>
            <a:r>
              <a:rPr lang="en" sz="1100">
                <a:solidFill>
                  <a:schemeClr val="dk1"/>
                </a:solidFill>
                <a:latin typeface="Inter"/>
                <a:ea typeface="Inter"/>
                <a:cs typeface="Inter"/>
                <a:sym typeface="Inter"/>
              </a:rPr>
              <a:t> random orders in a priority queue. Also to show the difference of other queues </a:t>
            </a:r>
            <a:r>
              <a:rPr lang="en" sz="1100">
                <a:solidFill>
                  <a:schemeClr val="dk1"/>
                </a:solidFill>
                <a:latin typeface="Inter"/>
                <a:ea typeface="Inter"/>
                <a:cs typeface="Inter"/>
                <a:sym typeface="Inter"/>
              </a:rPr>
              <a:t>alongside</a:t>
            </a:r>
            <a:r>
              <a:rPr lang="en" sz="1100">
                <a:solidFill>
                  <a:schemeClr val="dk1"/>
                </a:solidFill>
                <a:latin typeface="Inter"/>
                <a:ea typeface="Inter"/>
                <a:cs typeface="Inter"/>
                <a:sym typeface="Inter"/>
              </a:rPr>
              <a:t> priority queue</a:t>
            </a:r>
            <a:endParaRPr sz="1100">
              <a:solidFill>
                <a:schemeClr val="dk1"/>
              </a:solidFill>
              <a:latin typeface="Inter"/>
              <a:ea typeface="Inter"/>
              <a:cs typeface="Inter"/>
              <a:sym typeface="Inter"/>
            </a:endParaRPr>
          </a:p>
          <a:p>
            <a:pPr indent="0" lvl="0" marL="457200" rtl="0" algn="l">
              <a:spcBef>
                <a:spcPts val="0"/>
              </a:spcBef>
              <a:spcAft>
                <a:spcPts val="0"/>
              </a:spcAft>
              <a:buNone/>
            </a:pPr>
            <a:r>
              <a:t/>
            </a:r>
            <a:endParaRPr sz="1100">
              <a:solidFill>
                <a:schemeClr val="dk1"/>
              </a:solidFill>
              <a:latin typeface="Inter"/>
              <a:ea typeface="Inter"/>
              <a:cs typeface="Inter"/>
              <a:sym typeface="Inter"/>
            </a:endParaRPr>
          </a:p>
          <a:p>
            <a:pPr indent="0" lvl="0" marL="0" rtl="0" algn="l">
              <a:spcBef>
                <a:spcPts val="0"/>
              </a:spcBef>
              <a:spcAft>
                <a:spcPts val="0"/>
              </a:spcAft>
              <a:buNone/>
            </a:pPr>
            <a:r>
              <a:rPr lang="en" sz="1100">
                <a:solidFill>
                  <a:schemeClr val="dk1"/>
                </a:solidFill>
                <a:latin typeface="Inter"/>
                <a:ea typeface="Inter"/>
                <a:cs typeface="Inter"/>
                <a:sym typeface="Inter"/>
              </a:rPr>
              <a:t>Expected Outcome: </a:t>
            </a:r>
            <a:endParaRPr sz="1100">
              <a:solidFill>
                <a:schemeClr val="dk1"/>
              </a:solidFill>
              <a:latin typeface="Inter"/>
              <a:ea typeface="Inter"/>
              <a:cs typeface="Inter"/>
              <a:sym typeface="Inter"/>
            </a:endParaRPr>
          </a:p>
          <a:p>
            <a:pPr indent="-298450" lvl="0" marL="457200" rtl="0" algn="l">
              <a:spcBef>
                <a:spcPts val="0"/>
              </a:spcBef>
              <a:spcAft>
                <a:spcPts val="0"/>
              </a:spcAft>
              <a:buClr>
                <a:schemeClr val="dk1"/>
              </a:buClr>
              <a:buSzPts val="1100"/>
              <a:buFont typeface="Inter"/>
              <a:buChar char="●"/>
            </a:pPr>
            <a:r>
              <a:rPr lang="en" sz="1100">
                <a:solidFill>
                  <a:schemeClr val="dk1"/>
                </a:solidFill>
                <a:latin typeface="Inter"/>
                <a:ea typeface="Inter"/>
                <a:cs typeface="Inter"/>
                <a:sym typeface="Inter"/>
              </a:rPr>
              <a:t>Priority queue serves high priority customers faster but can increase wait time </a:t>
            </a:r>
            <a:r>
              <a:rPr lang="en" sz="1100">
                <a:solidFill>
                  <a:schemeClr val="dk1"/>
                </a:solidFill>
                <a:latin typeface="Inter"/>
                <a:ea typeface="Inter"/>
                <a:cs typeface="Inter"/>
                <a:sym typeface="Inter"/>
              </a:rPr>
              <a:t>compared</a:t>
            </a:r>
            <a:r>
              <a:rPr lang="en" sz="1100">
                <a:solidFill>
                  <a:schemeClr val="dk1"/>
                </a:solidFill>
                <a:latin typeface="Inter"/>
                <a:ea typeface="Inter"/>
                <a:cs typeface="Inter"/>
                <a:sym typeface="Inter"/>
              </a:rPr>
              <a:t> to a normal queue</a:t>
            </a:r>
            <a:endParaRPr sz="1100">
              <a:solidFill>
                <a:schemeClr val="dk1"/>
              </a:solidFill>
              <a:latin typeface="Inter"/>
              <a:ea typeface="Inter"/>
              <a:cs typeface="Inter"/>
              <a:sym typeface="Inte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74"/>
          <p:cNvSpPr txBox="1"/>
          <p:nvPr>
            <p:ph type="title"/>
          </p:nvPr>
        </p:nvSpPr>
        <p:spPr>
          <a:xfrm>
            <a:off x="283850" y="285900"/>
            <a:ext cx="72405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Results</a:t>
            </a:r>
            <a:endParaRPr/>
          </a:p>
        </p:txBody>
      </p:sp>
      <p:pic>
        <p:nvPicPr>
          <p:cNvPr id="533" name="Google Shape;533;p74" title="Chart"/>
          <p:cNvPicPr preferRelativeResize="0"/>
          <p:nvPr/>
        </p:nvPicPr>
        <p:blipFill>
          <a:blip r:embed="rId3">
            <a:alphaModFix/>
          </a:blip>
          <a:stretch>
            <a:fillRect/>
          </a:stretch>
        </p:blipFill>
        <p:spPr>
          <a:xfrm>
            <a:off x="6445079" y="0"/>
            <a:ext cx="2698921" cy="1673750"/>
          </a:xfrm>
          <a:prstGeom prst="rect">
            <a:avLst/>
          </a:prstGeom>
          <a:noFill/>
          <a:ln>
            <a:noFill/>
          </a:ln>
        </p:spPr>
      </p:pic>
      <p:pic>
        <p:nvPicPr>
          <p:cNvPr id="534" name="Google Shape;534;p74" title="Chart"/>
          <p:cNvPicPr preferRelativeResize="0"/>
          <p:nvPr/>
        </p:nvPicPr>
        <p:blipFill>
          <a:blip r:embed="rId4">
            <a:alphaModFix/>
          </a:blip>
          <a:stretch>
            <a:fillRect/>
          </a:stretch>
        </p:blipFill>
        <p:spPr>
          <a:xfrm>
            <a:off x="6445075" y="1880735"/>
            <a:ext cx="2698926" cy="1668840"/>
          </a:xfrm>
          <a:prstGeom prst="rect">
            <a:avLst/>
          </a:prstGeom>
          <a:noFill/>
          <a:ln>
            <a:noFill/>
          </a:ln>
        </p:spPr>
      </p:pic>
      <p:pic>
        <p:nvPicPr>
          <p:cNvPr id="535" name="Google Shape;535;p74" title="Chart"/>
          <p:cNvPicPr preferRelativeResize="0"/>
          <p:nvPr/>
        </p:nvPicPr>
        <p:blipFill>
          <a:blip r:embed="rId5">
            <a:alphaModFix/>
          </a:blip>
          <a:stretch>
            <a:fillRect/>
          </a:stretch>
        </p:blipFill>
        <p:spPr>
          <a:xfrm>
            <a:off x="-1" y="3316150"/>
            <a:ext cx="2955300" cy="1827349"/>
          </a:xfrm>
          <a:prstGeom prst="rect">
            <a:avLst/>
          </a:prstGeom>
          <a:noFill/>
          <a:ln>
            <a:noFill/>
          </a:ln>
        </p:spPr>
      </p:pic>
      <p:pic>
        <p:nvPicPr>
          <p:cNvPr id="536" name="Google Shape;536;p74" title="Chart"/>
          <p:cNvPicPr preferRelativeResize="0"/>
          <p:nvPr/>
        </p:nvPicPr>
        <p:blipFill>
          <a:blip r:embed="rId6">
            <a:alphaModFix/>
          </a:blip>
          <a:stretch>
            <a:fillRect/>
          </a:stretch>
        </p:blipFill>
        <p:spPr>
          <a:xfrm>
            <a:off x="-1" y="893350"/>
            <a:ext cx="2955294" cy="1827349"/>
          </a:xfrm>
          <a:prstGeom prst="rect">
            <a:avLst/>
          </a:prstGeom>
          <a:noFill/>
          <a:ln>
            <a:noFill/>
          </a:ln>
        </p:spPr>
      </p:pic>
      <p:sp>
        <p:nvSpPr>
          <p:cNvPr id="537" name="Google Shape;537;p74"/>
          <p:cNvSpPr/>
          <p:nvPr/>
        </p:nvSpPr>
        <p:spPr>
          <a:xfrm>
            <a:off x="3404175" y="1529518"/>
            <a:ext cx="2553900" cy="9138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38" name="Google Shape;538;p74"/>
          <p:cNvSpPr/>
          <p:nvPr/>
        </p:nvSpPr>
        <p:spPr>
          <a:xfrm>
            <a:off x="3404175" y="2688168"/>
            <a:ext cx="2553900" cy="9138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39" name="Google Shape;539;p74"/>
          <p:cNvSpPr/>
          <p:nvPr/>
        </p:nvSpPr>
        <p:spPr>
          <a:xfrm>
            <a:off x="3404175" y="3868325"/>
            <a:ext cx="2553900" cy="913800"/>
          </a:xfrm>
          <a:prstGeom prst="rect">
            <a:avLst/>
          </a:prstGeom>
          <a:solidFill>
            <a:srgbClr val="3D85C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Inter"/>
              <a:ea typeface="Inter"/>
              <a:cs typeface="Inter"/>
              <a:sym typeface="Inter"/>
            </a:endParaRPr>
          </a:p>
        </p:txBody>
      </p:sp>
      <p:sp>
        <p:nvSpPr>
          <p:cNvPr id="540" name="Google Shape;540;p74"/>
          <p:cNvSpPr txBox="1"/>
          <p:nvPr/>
        </p:nvSpPr>
        <p:spPr>
          <a:xfrm>
            <a:off x="3546300" y="1637800"/>
            <a:ext cx="2280600" cy="697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6AA84F"/>
                </a:solidFill>
                <a:latin typeface="Inter"/>
                <a:ea typeface="Inter"/>
                <a:cs typeface="Inter"/>
                <a:sym typeface="Inter"/>
              </a:rPr>
              <a:t>Best Avg Wait Time</a:t>
            </a:r>
            <a:endParaRPr b="1" sz="1200">
              <a:solidFill>
                <a:srgbClr val="6AA84F"/>
              </a:solidFill>
              <a:latin typeface="Inter"/>
              <a:ea typeface="Inter"/>
              <a:cs typeface="Inter"/>
              <a:sym typeface="Inter"/>
            </a:endParaRPr>
          </a:p>
          <a:p>
            <a:pPr indent="0" lvl="0" marL="0" rtl="0" algn="ctr">
              <a:spcBef>
                <a:spcPts val="0"/>
              </a:spcBef>
              <a:spcAft>
                <a:spcPts val="0"/>
              </a:spcAft>
              <a:buNone/>
            </a:pPr>
            <a:r>
              <a:rPr b="1" lang="en" sz="1200">
                <a:solidFill>
                  <a:srgbClr val="6AA84F"/>
                </a:solidFill>
                <a:latin typeface="Inter"/>
                <a:ea typeface="Inter"/>
                <a:cs typeface="Inter"/>
                <a:sym typeface="Inter"/>
              </a:rPr>
              <a:t>Option 1</a:t>
            </a:r>
            <a:endParaRPr b="1" sz="1200">
              <a:solidFill>
                <a:srgbClr val="6AA84F"/>
              </a:solidFill>
              <a:latin typeface="Inter"/>
              <a:ea typeface="Inter"/>
              <a:cs typeface="Inter"/>
              <a:sym typeface="Inter"/>
            </a:endParaRPr>
          </a:p>
          <a:p>
            <a:pPr indent="0" lvl="0" marL="0" rtl="0" algn="ctr">
              <a:spcBef>
                <a:spcPts val="0"/>
              </a:spcBef>
              <a:spcAft>
                <a:spcPts val="0"/>
              </a:spcAft>
              <a:buNone/>
            </a:pPr>
            <a:r>
              <a:rPr b="1" lang="en" sz="1200">
                <a:solidFill>
                  <a:srgbClr val="6AA84F"/>
                </a:solidFill>
                <a:latin typeface="Inter"/>
                <a:ea typeface="Inter"/>
                <a:cs typeface="Inter"/>
                <a:sym typeface="Inter"/>
              </a:rPr>
              <a:t>29.84ms</a:t>
            </a:r>
            <a:endParaRPr b="1" sz="1200">
              <a:solidFill>
                <a:srgbClr val="6AA84F"/>
              </a:solidFill>
              <a:latin typeface="Inter"/>
              <a:ea typeface="Inter"/>
              <a:cs typeface="Inter"/>
              <a:sym typeface="Inter"/>
            </a:endParaRPr>
          </a:p>
        </p:txBody>
      </p:sp>
      <p:sp>
        <p:nvSpPr>
          <p:cNvPr id="541" name="Google Shape;541;p74"/>
          <p:cNvSpPr txBox="1"/>
          <p:nvPr/>
        </p:nvSpPr>
        <p:spPr>
          <a:xfrm>
            <a:off x="3478625" y="2774775"/>
            <a:ext cx="2422800" cy="7749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CC0000"/>
                </a:solidFill>
                <a:latin typeface="Inter"/>
                <a:ea typeface="Inter"/>
                <a:cs typeface="Inter"/>
                <a:sym typeface="Inter"/>
              </a:rPr>
              <a:t>Fastest Run Time</a:t>
            </a:r>
            <a:endParaRPr b="1" sz="1200">
              <a:solidFill>
                <a:srgbClr val="CC0000"/>
              </a:solidFill>
              <a:latin typeface="Inter"/>
              <a:ea typeface="Inter"/>
              <a:cs typeface="Inter"/>
              <a:sym typeface="Inter"/>
            </a:endParaRPr>
          </a:p>
          <a:p>
            <a:pPr indent="0" lvl="0" marL="0" rtl="0" algn="ctr">
              <a:spcBef>
                <a:spcPts val="0"/>
              </a:spcBef>
              <a:spcAft>
                <a:spcPts val="0"/>
              </a:spcAft>
              <a:buNone/>
            </a:pPr>
            <a:r>
              <a:rPr b="1" lang="en" sz="1200">
                <a:solidFill>
                  <a:srgbClr val="CC0000"/>
                </a:solidFill>
                <a:latin typeface="Inter"/>
                <a:ea typeface="Inter"/>
                <a:cs typeface="Inter"/>
                <a:sym typeface="Inter"/>
              </a:rPr>
              <a:t>Option 3</a:t>
            </a:r>
            <a:endParaRPr b="1" sz="1200">
              <a:solidFill>
                <a:srgbClr val="CC0000"/>
              </a:solidFill>
              <a:latin typeface="Inter"/>
              <a:ea typeface="Inter"/>
              <a:cs typeface="Inter"/>
              <a:sym typeface="Inter"/>
            </a:endParaRPr>
          </a:p>
          <a:p>
            <a:pPr indent="0" lvl="0" marL="0" rtl="0" algn="ctr">
              <a:spcBef>
                <a:spcPts val="0"/>
              </a:spcBef>
              <a:spcAft>
                <a:spcPts val="0"/>
              </a:spcAft>
              <a:buNone/>
            </a:pPr>
            <a:r>
              <a:rPr b="1" lang="en" sz="1200">
                <a:solidFill>
                  <a:srgbClr val="CC0000"/>
                </a:solidFill>
                <a:latin typeface="Inter"/>
                <a:ea typeface="Inter"/>
                <a:cs typeface="Inter"/>
                <a:sym typeface="Inter"/>
              </a:rPr>
              <a:t>220.74ms</a:t>
            </a:r>
            <a:endParaRPr b="1" sz="1200">
              <a:solidFill>
                <a:srgbClr val="CC0000"/>
              </a:solidFill>
              <a:latin typeface="Inter"/>
              <a:ea typeface="Inter"/>
              <a:cs typeface="Inter"/>
              <a:sym typeface="Inter"/>
            </a:endParaRPr>
          </a:p>
        </p:txBody>
      </p:sp>
      <p:sp>
        <p:nvSpPr>
          <p:cNvPr id="542" name="Google Shape;542;p74"/>
          <p:cNvSpPr txBox="1"/>
          <p:nvPr/>
        </p:nvSpPr>
        <p:spPr>
          <a:xfrm>
            <a:off x="3539550" y="3972675"/>
            <a:ext cx="2280600" cy="711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sz="1200">
                <a:solidFill>
                  <a:srgbClr val="0B5394"/>
                </a:solidFill>
                <a:latin typeface="Inter"/>
                <a:ea typeface="Inter"/>
                <a:cs typeface="Inter"/>
                <a:sym typeface="Inter"/>
              </a:rPr>
              <a:t>Biggest Wait Difference</a:t>
            </a:r>
            <a:endParaRPr b="1" sz="1200">
              <a:solidFill>
                <a:srgbClr val="0B5394"/>
              </a:solidFill>
              <a:latin typeface="Inter"/>
              <a:ea typeface="Inter"/>
              <a:cs typeface="Inter"/>
              <a:sym typeface="Inter"/>
            </a:endParaRPr>
          </a:p>
          <a:p>
            <a:pPr indent="0" lvl="0" marL="0" rtl="0" algn="ctr">
              <a:spcBef>
                <a:spcPts val="0"/>
              </a:spcBef>
              <a:spcAft>
                <a:spcPts val="0"/>
              </a:spcAft>
              <a:buNone/>
            </a:pPr>
            <a:r>
              <a:rPr b="1" lang="en" sz="1200">
                <a:solidFill>
                  <a:srgbClr val="0B5394"/>
                </a:solidFill>
                <a:latin typeface="Inter"/>
                <a:ea typeface="Inter"/>
                <a:cs typeface="Inter"/>
                <a:sym typeface="Inter"/>
              </a:rPr>
              <a:t>Priority vs Normal</a:t>
            </a:r>
            <a:endParaRPr b="1" sz="1200">
              <a:solidFill>
                <a:srgbClr val="0B5394"/>
              </a:solidFill>
              <a:latin typeface="Inter"/>
              <a:ea typeface="Inter"/>
              <a:cs typeface="Inter"/>
              <a:sym typeface="Inter"/>
            </a:endParaRPr>
          </a:p>
          <a:p>
            <a:pPr indent="0" lvl="0" marL="0" rtl="0" algn="ctr">
              <a:spcBef>
                <a:spcPts val="0"/>
              </a:spcBef>
              <a:spcAft>
                <a:spcPts val="0"/>
              </a:spcAft>
              <a:buNone/>
            </a:pPr>
            <a:r>
              <a:rPr b="1" lang="en" sz="1200">
                <a:solidFill>
                  <a:srgbClr val="0B5394"/>
                </a:solidFill>
                <a:latin typeface="Inter"/>
                <a:ea typeface="Inter"/>
                <a:cs typeface="Inter"/>
                <a:sym typeface="Inter"/>
              </a:rPr>
              <a:t>7.78ms</a:t>
            </a:r>
            <a:endParaRPr b="1" sz="1200">
              <a:solidFill>
                <a:srgbClr val="0B5394"/>
              </a:solidFill>
              <a:latin typeface="Inter"/>
              <a:ea typeface="Inter"/>
              <a:cs typeface="Inter"/>
              <a:sym typeface="Inte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6" name="Shape 546"/>
        <p:cNvGrpSpPr/>
        <p:nvPr/>
      </p:nvGrpSpPr>
      <p:grpSpPr>
        <a:xfrm>
          <a:off x="0" y="0"/>
          <a:ext cx="0" cy="0"/>
          <a:chOff x="0" y="0"/>
          <a:chExt cx="0" cy="0"/>
        </a:xfrm>
      </p:grpSpPr>
      <p:sp>
        <p:nvSpPr>
          <p:cNvPr id="547" name="Google Shape;547;p75"/>
          <p:cNvSpPr txBox="1"/>
          <p:nvPr>
            <p:ph type="title"/>
          </p:nvPr>
        </p:nvSpPr>
        <p:spPr>
          <a:xfrm>
            <a:off x="283850" y="285900"/>
            <a:ext cx="72405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Github Repository</a:t>
            </a:r>
            <a:endParaRPr/>
          </a:p>
        </p:txBody>
      </p:sp>
      <p:sp>
        <p:nvSpPr>
          <p:cNvPr id="548" name="Google Shape;548;p75"/>
          <p:cNvSpPr txBox="1"/>
          <p:nvPr>
            <p:ph idx="1" type="body"/>
          </p:nvPr>
        </p:nvSpPr>
        <p:spPr>
          <a:xfrm>
            <a:off x="284850" y="1148050"/>
            <a:ext cx="8374500" cy="3341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 sz="3000" u="sng">
                <a:solidFill>
                  <a:schemeClr val="hlink"/>
                </a:solidFill>
                <a:hlinkClick r:id="rId3"/>
              </a:rPr>
              <a:t>https://github.com/mjlt42/ECE-3310-Project</a:t>
            </a:r>
            <a:br>
              <a:rPr lang="en" sz="3000"/>
            </a:br>
            <a:br>
              <a:rPr lang="en" sz="3000"/>
            </a:br>
            <a:endParaRPr sz="3000"/>
          </a:p>
          <a:p>
            <a:pPr indent="0" lvl="0" marL="0" rtl="0" algn="l">
              <a:spcBef>
                <a:spcPts val="0"/>
              </a:spcBef>
              <a:spcAft>
                <a:spcPts val="0"/>
              </a:spcAft>
              <a:buNone/>
            </a:pPr>
            <a:r>
              <a:t/>
            </a:r>
            <a:endParaRPr sz="3000"/>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p76"/>
          <p:cNvSpPr txBox="1"/>
          <p:nvPr>
            <p:ph type="title"/>
          </p:nvPr>
        </p:nvSpPr>
        <p:spPr>
          <a:xfrm>
            <a:off x="283850" y="285900"/>
            <a:ext cx="4227600" cy="471000"/>
          </a:xfrm>
          <a:prstGeom prst="rect">
            <a:avLst/>
          </a:prstGeom>
        </p:spPr>
        <p:txBody>
          <a:bodyPr anchorCtr="0" anchor="t" bIns="0" lIns="0" spcFirstLastPara="1" rIns="0" wrap="square" tIns="0">
            <a:spAutoFit/>
          </a:bodyPr>
          <a:lstStyle/>
          <a:p>
            <a:pPr indent="0" lvl="0" marL="0" rtl="0" algn="l">
              <a:spcBef>
                <a:spcPts val="0"/>
              </a:spcBef>
              <a:spcAft>
                <a:spcPts val="0"/>
              </a:spcAft>
              <a:buNone/>
            </a:pPr>
            <a:r>
              <a:rPr lang="en"/>
              <a:t>Resources</a:t>
            </a:r>
            <a:endParaRPr/>
          </a:p>
        </p:txBody>
      </p:sp>
      <p:sp>
        <p:nvSpPr>
          <p:cNvPr id="554" name="Google Shape;554;p76"/>
          <p:cNvSpPr txBox="1"/>
          <p:nvPr>
            <p:ph idx="1" type="body"/>
          </p:nvPr>
        </p:nvSpPr>
        <p:spPr>
          <a:xfrm>
            <a:off x="465000" y="1319350"/>
            <a:ext cx="3748800" cy="2578800"/>
          </a:xfrm>
          <a:prstGeom prst="rect">
            <a:avLst/>
          </a:prstGeom>
        </p:spPr>
        <p:txBody>
          <a:bodyPr anchorCtr="0" anchor="t" bIns="0" lIns="0" spcFirstLastPara="1" rIns="0" wrap="square" tIns="0">
            <a:noAutofit/>
          </a:bodyPr>
          <a:lstStyle/>
          <a:p>
            <a:pPr indent="-292100" lvl="0" marL="457200" rtl="0" algn="l">
              <a:spcBef>
                <a:spcPts val="0"/>
              </a:spcBef>
              <a:spcAft>
                <a:spcPts val="0"/>
              </a:spcAft>
              <a:buSzPts val="1000"/>
              <a:buChar char="●"/>
            </a:pPr>
            <a:r>
              <a:rPr lang="en" u="sng">
                <a:solidFill>
                  <a:schemeClr val="hlink"/>
                </a:solidFill>
                <a:hlinkClick r:id="rId3"/>
              </a:rPr>
              <a:t>https://www.geeksforgeeks.org/dsa/heap-data-structure/</a:t>
            </a:r>
            <a:endParaRPr/>
          </a:p>
          <a:p>
            <a:pPr indent="-292100" lvl="0" marL="457200" rtl="0" algn="l">
              <a:spcBef>
                <a:spcPts val="0"/>
              </a:spcBef>
              <a:spcAft>
                <a:spcPts val="0"/>
              </a:spcAft>
              <a:buSzPts val="1000"/>
              <a:buChar char="●"/>
            </a:pPr>
            <a:r>
              <a:rPr lang="en" u="sng">
                <a:solidFill>
                  <a:schemeClr val="hlink"/>
                </a:solidFill>
                <a:hlinkClick r:id="rId4"/>
              </a:rPr>
              <a:t>https://stackoverflow.com/questions/28311230/precision-time-sleep-using-chrono</a:t>
            </a:r>
            <a:endParaRPr/>
          </a:p>
          <a:p>
            <a:pPr indent="-292100" lvl="0" marL="457200" rtl="0" algn="l">
              <a:spcBef>
                <a:spcPts val="0"/>
              </a:spcBef>
              <a:spcAft>
                <a:spcPts val="0"/>
              </a:spcAft>
              <a:buSzPts val="1000"/>
              <a:buChar char="●"/>
            </a:pPr>
            <a:r>
              <a:rPr lang="en" u="sng">
                <a:solidFill>
                  <a:schemeClr val="hlink"/>
                </a:solidFill>
                <a:hlinkClick r:id="rId5"/>
              </a:rPr>
              <a:t>https://www.geeksforgeeks.org/cpp/unordered_map-in-cpp-stl/</a:t>
            </a:r>
            <a:endParaRPr/>
          </a:p>
          <a:p>
            <a:pPr indent="-292100" lvl="0" marL="457200" rtl="0" algn="l">
              <a:spcBef>
                <a:spcPts val="0"/>
              </a:spcBef>
              <a:spcAft>
                <a:spcPts val="0"/>
              </a:spcAft>
              <a:buSzPts val="1000"/>
              <a:buChar char="●"/>
            </a:pPr>
            <a:r>
              <a:rPr lang="en" u="sng">
                <a:solidFill>
                  <a:schemeClr val="hlink"/>
                </a:solidFill>
                <a:hlinkClick r:id="rId6"/>
              </a:rPr>
              <a:t>https://www.geeksforgeeks.org/python/hash-map-in-python/</a:t>
            </a:r>
            <a:endParaRPr/>
          </a:p>
          <a:p>
            <a:pPr indent="-292100" lvl="0" marL="457200" rtl="0" algn="l">
              <a:spcBef>
                <a:spcPts val="0"/>
              </a:spcBef>
              <a:spcAft>
                <a:spcPts val="0"/>
              </a:spcAft>
              <a:buSzPts val="1000"/>
              <a:buChar char="●"/>
            </a:pPr>
            <a:r>
              <a:rPr lang="en" u="sng">
                <a:solidFill>
                  <a:schemeClr val="hlink"/>
                </a:solidFill>
                <a:hlinkClick r:id="rId7"/>
              </a:rPr>
              <a:t>https://en.cppreference.com/cpp/chrono</a:t>
            </a:r>
            <a:endParaRPr/>
          </a:p>
          <a:p>
            <a:pPr indent="-292100" lvl="0" marL="457200" rtl="0" algn="l">
              <a:spcBef>
                <a:spcPts val="0"/>
              </a:spcBef>
              <a:spcAft>
                <a:spcPts val="0"/>
              </a:spcAft>
              <a:buSzPts val="1000"/>
              <a:buChar char="●"/>
            </a:pPr>
            <a:r>
              <a:rPr lang="en" u="sng">
                <a:solidFill>
                  <a:schemeClr val="hlink"/>
                </a:solidFill>
                <a:hlinkClick r:id="rId8"/>
              </a:rPr>
              <a:t>https://en.cppreference.com/cpp/container/priority_queue</a:t>
            </a:r>
            <a:endParaRPr/>
          </a:p>
          <a:p>
            <a:pPr indent="-292100" lvl="0" marL="457200" rtl="0" algn="l">
              <a:spcBef>
                <a:spcPts val="0"/>
              </a:spcBef>
              <a:spcAft>
                <a:spcPts val="0"/>
              </a:spcAft>
              <a:buSzPts val="1000"/>
              <a:buChar char="●"/>
            </a:pPr>
            <a:r>
              <a:rPr lang="en" u="sng">
                <a:solidFill>
                  <a:schemeClr val="hlink"/>
                </a:solidFill>
                <a:hlinkClick r:id="rId9"/>
              </a:rPr>
              <a:t>https://www.youtube.com/watch?v=RBSGKlAvoiM</a:t>
            </a:r>
            <a:endParaRPr/>
          </a:p>
          <a:p>
            <a:pPr indent="-292100" lvl="0" marL="457200" rtl="0" algn="l">
              <a:spcBef>
                <a:spcPts val="0"/>
              </a:spcBef>
              <a:spcAft>
                <a:spcPts val="0"/>
              </a:spcAft>
              <a:buSzPts val="1000"/>
              <a:buChar char="●"/>
            </a:pPr>
            <a:r>
              <a:rPr lang="en" u="sng">
                <a:solidFill>
                  <a:schemeClr val="hlink"/>
                </a:solidFill>
                <a:hlinkClick r:id="rId10"/>
              </a:rPr>
              <a:t>https://dzone.com/articles/getting-the-most-out-of-the-java-thread-pool</a:t>
            </a:r>
            <a:endParaRPr/>
          </a:p>
          <a:p>
            <a:pPr indent="-292100" lvl="0" marL="457200" rtl="0" algn="l">
              <a:spcBef>
                <a:spcPts val="0"/>
              </a:spcBef>
              <a:spcAft>
                <a:spcPts val="0"/>
              </a:spcAft>
              <a:buSzPts val="1000"/>
              <a:buChar char="●"/>
            </a:pPr>
            <a:r>
              <a:rPr lang="en" u="sng">
                <a:solidFill>
                  <a:schemeClr val="hlink"/>
                </a:solidFill>
                <a:hlinkClick r:id="rId11"/>
              </a:rPr>
              <a:t>https://youtu.be/QYaQStudgnE?si=3Cvsn64F8I2G9iSb</a:t>
            </a:r>
            <a:endParaRPr/>
          </a:p>
          <a:p>
            <a:pPr indent="-292100" lvl="0" marL="457200" rtl="0" algn="l">
              <a:spcBef>
                <a:spcPts val="0"/>
              </a:spcBef>
              <a:spcAft>
                <a:spcPts val="0"/>
              </a:spcAft>
              <a:buSzPts val="1000"/>
              <a:buChar char="●"/>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roject timeline/workflow presentation | Style 2 | Subway">
  <a:themeElements>
    <a:clrScheme name="Simple Light">
      <a:dk1>
        <a:srgbClr val="FAFAFA"/>
      </a:dk1>
      <a:lt1>
        <a:srgbClr val="000000"/>
      </a:lt1>
      <a:dk2>
        <a:srgbClr val="F0EEE2"/>
      </a:dk2>
      <a:lt2>
        <a:srgbClr val="B7B7B7"/>
      </a:lt2>
      <a:accent1>
        <a:srgbClr val="FFDD04"/>
      </a:accent1>
      <a:accent2>
        <a:srgbClr val="FFEE9B"/>
      </a:accent2>
      <a:accent3>
        <a:srgbClr val="2443FF"/>
      </a:accent3>
      <a:accent4>
        <a:srgbClr val="92A1FF"/>
      </a:accent4>
      <a:accent5>
        <a:srgbClr val="F8992B"/>
      </a:accent5>
      <a:accent6>
        <a:srgbClr val="FDCC9C"/>
      </a:accent6>
      <a:hlink>
        <a:srgbClr val="FF00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